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 Kubernetes 概述与架构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六核心概念 · 控制循环 · 控制面与数据面 · 对象模型 · 沙盒演练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 Kubernetes 是什么、解决什么、核心承诺是什么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完整解释 6 个核心概念：集群/节点、Pod、工作负载、Service、命名空间、标签选择器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939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理解命令式 vs 声明式的本质区别与适用场景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69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解释控制循环：期望状态与当前状态如何被持续调和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44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讲解控制面四组件与数据面三组件：做什么、怎么做、为什么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说清组件间通信全流程（一次请求的旅程、TLS 安全、端口）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理解对象模型：Group/Version/Kind 与 metadata/spec/status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49884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98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714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 kubectl 高频命令与 kubeconfig 上下文切换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是什么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定义与来历：开源版 Borg，CNCF 毕业项目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它解决什么：承接第 1 章的七大痛点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核心承诺：声明式、自愈、可移植、可扩展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定义与来历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Kubernetes（K8s）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开源的容器编排平台——自动化容器的部署、扩缩容、调度、网络、存储与自愈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名字与出身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希腊语“舵手”；K8s = K + 8 字母 + 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源自 Google 内部集群系统 Borg——“开源版 Borg”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CNCF 毕业项目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年捐赠 CNCF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年首个毕业项目（Graduated）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事实标准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AWS(EKS) / Azure(AKS) / GCP(GKE)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阿里云(ACK) / 华为云(CCE) 全部托管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它解决什么（承接第 1 章痛点）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单机容器痛点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 的机制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容器崩了、机器挂了没人管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自愈：控制器自动重建、节点故障驱逐（§2.3、第 5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流量波动需要扩缩容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弹性：手动 scale + 自动 HPA（第 7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IP 每次重启都变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Service：稳定虚拟 IP + DNS 名（§2.2.4、第 9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多副本流量如何分发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负载均衡：Service + kube-proxy（§2.5.2）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“活着”不等于“能用”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探针：readiness/liveness 健康检查（第 4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容器删除数据丢失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持久化：PV/PVC、StorageClass（第 10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配置和密码散落各处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ConfigMap / Secret（第 8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核心承诺（设计宣言）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声明式，而非命令式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你描述“最终要什么”，K8s 负责“如何达成并持续维持”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4630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系统永不停止地把自己调和到期望状态——崩溃、驱逐、扩容都自动处理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同样的集群和应用可跑在裸机、虚拟机、任意公有云上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CRD、Operator、CNI/CSI 插件机制——不只是编排器，更是“可编程的平台底座”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六个核心概念详解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集群/节点 · Pod · 工作负载控制器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Service · 命名空间 · 标签选择器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每个概念讲清原理，不满足于一句话定义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集群与节点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011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控制面节点（Control Plane）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运行集群的管理组件（§2.4）——相当于“大脑”。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默认不运行业务容器（污点保护，第 6 章）；生产通常部署 2-3 个做高可用。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工作节点（Worker Node）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01184" y="1783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运行业务容器的机器，数量按需扩展。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每个节点固定三件套：kubelet（节点代理）、kube-proxy（网络转发）、容器运行时（containerd）。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2900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节点通过 kubelet 定期向控制面上报心跳 → 控制面据此判断节点是否健康（Ready）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判断集群规模：kubectl get nodes 显示所有节点及状态——排障第一步（第 16 章）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Pod：最小调度单元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 Kubernetes 调度的最小单位——不是容器。一个 Pod 包含一个或多个容器，共享：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网络命名空间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共享一个 IP 和端口空间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容器间用 localhost 通信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5448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8888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UTS 命名空间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共享主机名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889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880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共享存储卷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级卷可被内部所有容器挂载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889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18888" y="2880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同一生命周期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一起创建、一起销毁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是“逻辑主机”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生命周期：Pending（已创建未调度）→ Running（运行中）→ Succeeded/Failed → 删除（Terminating）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IP 是临时的（重建即变）——这是 Service 存在的原因；“调度、扩缩、自愈”都发生在 Pod 级别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工作负载控制器（Workload Controllers）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控制器是“管理 Pod 的 Pod”——声明“要这种 Pod、要 N 个、怎么更新”，由控制器维持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无状态多副本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滚动更新/回滚/扩缩容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12848" y="1508760"/>
            <a:ext cx="54864" cy="19202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2304288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04288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有状态、有序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稳定标识 + 独立存储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77056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77056" y="150876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3968496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68496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每节点恰好一个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网络/监控/日志采集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41264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41264" y="1508760"/>
            <a:ext cx="54864" cy="1920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32704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一次性任务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成功（Completed）即结束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05472" y="1508760"/>
            <a:ext cx="1554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1508760"/>
            <a:ext cx="54864" cy="1920240"/>
          </a:xfrm>
          <a:prstGeom prst="rect">
            <a:avLst/>
          </a:prstGeom>
          <a:solidFill>
            <a:srgbClr val="8A6A42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CronJob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96912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cron 定时触发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如每天凌晨备份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404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选择口诀：无状态用 Deployment、有状态用 StatefulSet、每节点守护用 DaemonSet、一次性用 Job、定时用 CronJob。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Service：稳定入口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问题：Pod IP 是临时的（重建即变），多副本时“该访问哪个 IP”？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Service，声明 selector（选哪些 Pod 作后端）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848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分配稳定虚拟 IP（ClusterIP，如 10.96.x.x）——不会变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066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写转发规则：ClusterIP 流量 → 随机分发到后端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46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3284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DNS（coredns）把 Service 名解析为 ClusterIP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1480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应用用名字访问，不关心 Pod IP——Pod 会死会变，Service 是稳定的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类型：ClusterIP（集群内）/ NodePort（节点端口）/ LoadBalancer（云负载均衡）/ headless（DNS 直返 Pod IP）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资源隔离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资源名在命名空间内唯一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同名不同 ns 互不冲突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权限隔离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按命名空间授权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11 章）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配额隔离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每个命名空间可设资源配额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7 章 ResourceQuota）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13716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内置命名空间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—— 默认；没指定时资源都放这里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kube-system —— 系统组件（apiserver/etcd/coredns 等）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968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kube-public —— 公开信息（集群内所有用户可读）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注意：命名空间隔离“名字”与“权限”，不隔离网络——跨 ns 的 Pod 默认互通（隔离用 NetworkPolicy，第 9 章）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标签与选择器（Label &amp; Selector）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920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标签（Label）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附加在对象上的键值对：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app=web  env=prod  tier=frontend  version=v1.2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用途：K8s 的“关联机制”全靠标签——控制器选 Pod、Service 选后端、调度选节点（第 6 章）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" cy="1920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选择器（Selector）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等值：kubectl get pods -l app=web（=、!=）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集合：kubectl get pods -l 'app in (web,api)'（in/notin/exists）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1184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用它管自己的 Pod；Service 用它选后端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vs 注解：标签是“身份证号”（结构化、可被选择器选中）；注解是“备注栏”（任意文本、不能被选择器选中）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示例：selector.matchLabels.app=web —— Deployment 里匹配它管理的 Pod 模板标签；Service 里决定哪些 Pod 是后端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六个核心概念关系图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 Namespace（逻辑边界）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29184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控制面节点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/ etcd / scheduler / 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3291840" cy="9144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 ×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/ kube-proxy / containerd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182880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最小调度单元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1737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稳定入口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291840"/>
            <a:ext cx="393192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5A6B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标签选择器 Label Selector（关联机制）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控制器/Service 通过标签选中 Pod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0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运行在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提供入口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选中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三个关系一图看清：命名空间包含一切（包含）、Pod 运行在工作节点（运行）、标签选择器关联 Pod 与 Service/控制器（关联）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设计指南：企业级命名与标签规范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566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命名空间命名规范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格式：{团队/业务域}-{环境}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示例：order-dev / order-prod / infra-monitoring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对象命名：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{app}-{component}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{app}-{component}-svc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ConfigMap: {app}-{用途}-config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PVC: {app}-{component}-data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命名是给“人”看的（可检索）、标签是给“机器”用的（可筛选）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65760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18872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app.kubernetes.io/name: order-service   # 应用名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app.kubernetes.io/version: "1.2.3"      # 版本号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app.kubernetes.io/component: api         # 组件角色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app.kubernetes.io/part-of: e-commerce    # 所属系统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app.kubernetes.io/managed-by: helm       # 管理工具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team: trade-team        # 负责团队（告警路由）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oncall: zhangsan@x.com  # 值班联系人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官方推荐标签——Helm/监控/成本工具都识别它们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 vs 声明式，与控制循环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两种操作哲学：告诉怎么做 vs 告诉要什么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期望状态与当前状态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控制循环：自愈与弹性的根源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 vs 声明式：两种操作哲学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命令式（Imperative）——告诉我怎么做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你一步步下达具体指令，系统只执行、不记忆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例：docker run nginx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特点：直接、快速、适合临时操作；但不记录意图——下次还要重新敲一遍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声明式（Declarative）——告诉我要什么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你提交一份期望状态的描述（YAML），系统自己决定怎么做、并持续维持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例：kubectl apply -f web.yaml（3 副本、nginx:1.27）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特点：意图明确、可版本化、可重复、系统持续保证状态（自愈）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三种具体操作模式（kubectl 层面）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命令式命令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/ scale / delete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最快，但无状态记录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create / replace -f file.yaml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yaml 当一次性指令，覆盖执行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7A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声明式对象（推荐）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apply -f file.yaml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以文件为唯一事实来源，可重复应用、幂等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生产标准是 apply：create 在资源已存在时报错（只能建一次）；apply 幂等更新（可反复执行）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为什么生产用声明式（apply）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意图即代码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文件就是“配置即代码”——进 Git 版本管理、可 review、可回滚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yaml 反复 apply 结果一致——这是 CI/CD 的基础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系统记住这份期望状态，任何偏离都被自动修复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协作标准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 只能建一次、apply 可反复执行——生产标准是 apply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一句话：命令式是“手把手教系统做”，声明式是“给系统一张目标图，让它自己达成并守住”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控制循环（Control Loop）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237744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观察当前状态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 apiserver/etcd 读取）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01168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与期望状态对比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377440" cy="109728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执行动作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创建/删除/更新，趋近期望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 → 回到观察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有差异 →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执行动作后回到观察（循环永不停止）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54864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控制器内部组成：Informer / Reflector（监听 apiserver 事件）→ WorkQueue（待处理队列）→ Worker（对比 spec 与 status，执行调和）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所有控制器（deployment / replicaset / daemonset / job / namespace…）都是这个模式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7091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循环永不停止：“一致”不是终点而是回到观察；“有差异”才执行动作——这就是自愈与弹性的共同引擎。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实例走查：Deployment 如何保证“3 个副本”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apply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apply（期望 replicas=3）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控制器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ReplicaSet（子控制器）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6208" y="1389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控制器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3 个 Pod 对象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Pod → 各节点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971800"/>
            <a:ext cx="54864" cy="14630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0" name="Shape 28"/>
          <p:cNvSpPr/>
          <p:nvPr/>
        </p:nvSpPr>
        <p:spPr>
          <a:xfrm>
            <a:off x="344728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7764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7472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拉起容器，上报 Running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7180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208" y="30815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 Pod 崩溃 → RS 观察偏离 → 补建 1 个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职责分层：Deployment 管 RS → RS 管数量 → Scheduler 管落点 → kubelet 管运行；一切通过 apiserver，没有组件直连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控制面组件详解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kube-apiserver：集群的唯一入口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etcd：集群的状态存储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kube-scheduler：调度器（过滤 + 打分）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kube-controller-manager：控制器集合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kube-apiserver：集群的唯一入口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所有请求（kubectl、各组件、Pod 内服务、控制台）都先到这里——“所有组件不直接互访，只通过 apiserver 交互”（星型拓扑）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 Authentication —— 你是谁？（X.509 证书 / Token / 用户名密码）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67128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671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授权 Authorization —— 你能干什么？（RBAC 检查）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34056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340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准入控制 Admission —— 请求合法吗？（插件检查/修改，可拒绝）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00984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持久化 —— 写入 etcd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867912"/>
            <a:ext cx="54864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679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返回结果 + 通知关注者（Watch 机制）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两个关键能力：Watch（监听）机制 = 控制循环的“眼睛”；API 发现（kubectl api-resources / explain）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集中管控 = 一处认证授权、一处审计、一处限流；apiserver 起不来 = 集群完全不可用。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etcd：集群的状态存储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所有对象的状态都存这里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/ Service / ConfigMap / Secret 的完整定义——丢了 etcd = 丢了整个集群（CKA 必考）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Raft 共识 + 奇数节点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6916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多节点之间投票保证数据一致；需要奇数个（3/5/7）——Raft 要求多数派（2/3、3/5）才能提交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46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/registry/pods/default/nginx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/registry/deployments/default/web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/registry/secrets/default/mysql-pass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键值对按路径组织 · 客户端端口 2379 · 节点间 2380 · Secret 默认明文（可配静态加密，实验 09 Lab 9）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54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只存集群状态，不存应用数据（应用数据在 PV 里）；etcd 是“集群的记忆”，其他组件都是“读记忆的人”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kube-scheduler：调度器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职责：决定新创建的 Pod 落在哪个节点上——不运行容器，只做“分配决策”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阶段一：过滤（Filtering）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排除不合适的节点：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资源够吗（CPU/内存 ≥ requests）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满足 nodeSelector / 亲和吗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污点能容忍吗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端口冲突？磁盘压力？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得到“候选节点集合”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23774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阶段二：打分（Scoring）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9659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在候选中选最优：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剩余资源越均衡分越高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与同应用 Pod 分散开（反亲和）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亲和偏好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得分最高者胜出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023360"/>
            <a:ext cx="45720" cy="5029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排障关联：Pod 一直 Pending，十有八九是调度阶段失败——看 Events 的 FailedScheduling 原因（第 16 章）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kube-controller-manager：控制器集合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每个控制器负责调和一类资源（都是 §2.3 控制循环的实例）：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控制器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副本/更新状态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ReplicaSet 控制器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副本数量（创建/删除 Pod）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DaemonSet 控制器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每节点一个副本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/ CronJob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一次性任务 / 定时触发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控制器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节点健康、驱逐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Namespace 控制器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3154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命名空间删除（先清空）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40965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为什么合并成一个进程？每个控制器逻辑上独立，但打包成一个二进制方便部署与升级（kubeadm 只需管一个 Pod）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6384" y="44622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cloud-controller-manager（云环境）：对接云厂商 API（负载均衡/路由/云盘）——裸机/教学集群没有它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数据面组件详解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kubelet：节点上的 Kubernetes 代理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kube-proxy：Service 的交通警察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容器运行时与 CRI：真正跑容器的引擎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kubelet：节点上的“Kubernetes 代理”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管理该节点所有 Pod 的生命周期，并持续向控制面上报节点状态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Pod 定义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通知“Pod X 调度到本节点”→ 读取 spec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037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03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1762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调用容器运行时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1762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CRI：建沙箱（pause）、拉镜像、起容器、挂卷配网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288950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执行探针（liveness 重启 / readiness 摘流量）、采集资源（cAdvisor）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301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心跳上报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360273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10s 上报；超 40s 无心跳 → 控制面判 NotReady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43400"/>
            <a:ext cx="45720" cy="5486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关键点：kubelet 是节点侧唯一与 apiserver 对话的人；节点 Ready 与否取决于 kubelet 心跳；端口 10250；静态 Pod 不经调度器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kube-proxy：Service 的“交通警察”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Service 的负载均衡——把发往 Service 虚拟 IP 的流量转发到后端某个 Pod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应用访问 Service：http://10.96.x.x:80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38528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进入节点内核（iptables 或 IPVS）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14016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140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kube-proxy 提前写好的规则匹配到 Service 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89504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895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按规则随机/轮询选择后端 Pod IP（Endpoints 列表）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64992"/>
            <a:ext cx="45720" cy="38404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649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DNAT 改写目标地址 → 转发到 Pod 容器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77640"/>
            <a:ext cx="54864" cy="960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69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iptables vs IPVS：iptables 是线性链表 O(n)——Service 越多越慢；IPVS 是哈希表 O(1)——直接查表命中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只做转发不做服务发现（发现靠 DNS）；规则写进内核，流量不经过 kube-proxy 进程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容器运行时与 CRI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82880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唯一指挥者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 (gRPC)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6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2801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级 pause 容器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26680" y="11887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2801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create/start/stop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镜像管理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pull/list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560320"/>
            <a:ext cx="1234440" cy="118872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6517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175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108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容器（沙箱）：每个 Pod 最先创建的“占位容器”，持有 Pod 的网络命名空间等共享资源——Pod 的 IP 属于 pause 容器，删 pause = 整个 Pod 消亡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3566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标准：镜像格式与运行时行为遵循 OCI——第 1 章的 Docker 镜像能被 containerd 直接使用（Docker 多一层 daemon，containerd 更轻）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章的容器原理（命名空间/cgroups/镜像分层）就是在这里被“执行”的——kubelet 通过 CRI 驱动 containerd 用内核机制跑起容器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组件通信全流程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旅程一：kubectl get pods 读请求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旅程二：kubectl apply 创建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通信安全：TLS 双向证书与关键端口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旅程一：kubectl get pods 读请求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kubeconfig（地址 + 证书）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 请求（客户端证书）→ 认证 → 授权 → 准入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18304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/registry/pods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92824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03136" y="1554480"/>
            <a:ext cx="1920240" cy="1554480"/>
          </a:xfrm>
          <a:prstGeom prst="rect">
            <a:avLst/>
          </a:prstGeom>
          <a:solidFill>
            <a:srgbClr val="EEF2F7"/>
          </a:solidFill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554480"/>
            <a:ext cx="192024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组装响应 → kubectl 展示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566160"/>
            <a:ext cx="45720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566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读请求短：kubectl → apiserver → etcd → 回来；kubectl 通常走 apiserver 缓存（watch 已同步），不每次都打 etcd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注意：kubectl 连接用 kubeconfig 里的客户端证书（kubernetes-admin）——没有证书的请求在认证阶段就被拒绝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旅程二：kubectl apply 创建 Deployment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45720" cy="402336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 kubectl apply -f web.yaml（发送期望状态）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64208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6420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apiserver：认证 → 授权 → 准入 → 写入 etcd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39696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3969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Deployment 控制器：Watch 到新 Deployment → 创建 ReplicaSet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15184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1518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ReplicaSet 控制器：创建 3 个 Pod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90672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906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Scheduler：绑定 Pod → node2（写入 nodeName 字段）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66160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66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kubelet：Watch 到 Pod 已调度给我 → CRI 拉镜像、建沙箱、起容器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041648"/>
            <a:ext cx="45720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416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kubelet 上报 Running + IP → apiserver 更新 etcd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每一步都是“写对象 → Watch 通知 → 下一个组件处理”的接力；没有任何两个组件直连——这就是声明式。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通信安全：TLS 双向证书与端口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 TLS（mTLS）：通信双方都持有证书，互相验证身份——集群有一个 CA，每个组件有自己的证书（由 CA 签发）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谁连它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kube-apiserver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所有组件 + kubectl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apiserver（上报/下发）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客户端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节点间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节点互连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scheduler / controller-manager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10259 / 10257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健康检查（本地）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排障关联：“connection refused 到 6443”= apiserver 挂了；“节点 NotReady”先查 10250（kubelet）——第 16 章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对象模型详解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Group / Version / Kind：如何定位一个资源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metadata：对象的身份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spec vs status：期望 vs 当前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完整示例：Deployment 对象逐字段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 / Version / Kind：如何定位一个资源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        # 组/版本：apps 组的 v1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           # 类型：Deployment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             # 核心组没有组名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                  # 只写版本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Group（API 组）：资源的分类。核心组（core）最特殊——没有组名，如 Pod / Service / ConfigMap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其他组：apps（Deployment/STS/DS）、batch（Job/CronJob）、networking.k8s.io（Ingress/NP）、rbac.authorization.k8s.io（Role）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49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Version：v1（稳定，生产可用）/ beta（测试）/ alpha（实验）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查看方式：kubectl api-resources（列出所有资源）/ kubectl explain pod（写 yaml 的字典）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对象的身份与期望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metadata：对象的“身份”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7373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—— 命名空间内唯一（DNS 规范）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—— 所属命名空间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—— 可被选择器选中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 —— 非结构化元数据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—— 系统分配、不可变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resourceVersion —— 乐观锁版本号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30175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vs status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737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—— 用户编写：描述期望状态（要什么）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—— 系统维护：描述当前状态（实际怎样），用户不写它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控制器对比两者来调和（§2.3）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39319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记忆：spec 是“心愿单”，status 是“体检报告”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01184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get pod nginx -o yaml → 上半部分 spec（你写的期望）、下半部分 status（系统填的实际）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“一切皆对象”——理解对象结构就是理解 Kubernetes 的“语法”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完整示例：Deployment 对象逐字段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              # 定位：apps 组的 v1 版本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                 # 类型：Deployment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                        # 身份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                      # 名称（default ns 内唯一）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             # 命名空间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                       # 本对象自己的标签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                            # 期望状态（用户写）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                    # 期望副本数 → 控制循环维护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                     # 选择器：管哪些 Pod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web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                      # Pod 模板：描述“要的 Pod 长什么样”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web                 # Pod 标签（必须匹配 selector）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nginx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nginx:1.27        # 镜像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80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 由系统填：availableReplicas、conditions 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这四层结构（apiVersion / kind / metadata / spec）是所有对象的统一骨架——学会看一个，就会看所有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与 kubeconfig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kubectl 命令体系：动词 + 资源 + 选项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kubeconfig 三段结构：集群 / 用户 / 上下文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命令体系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统一格式：kubectl &lt;动词&gt; &lt;资源类型&gt; [名称] [选项]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查看资源列表（-o wide 更多列、-o yaml 完整对象）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查看详细状态 + 事件（排障首选）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声明式创建/更新（幂等）——生产标准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 / create / delete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命令式快速操作 / 命令式对象创建 / 删除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explain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查看字段结构（写 yaml 的字典）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logs / exec / scale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/ 进入容器（v1.36 需 -- 分隔）/ 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 kubeconfig / 上下文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常用选项：-n &lt;ns&gt; 指定命名空间 · -A 所有命名空间 · -l 标签筛选 · -f 从文件 · -w 持续监听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与上下文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75488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clusters:      # 集群：连哪个 apiserver（地址 + CA 证书）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cluster: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https://192.168.0.114:6443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certificate-authority-data: &lt;CA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users:         # 用户：用什么身份（客户端证书 / token）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kubernetes-admin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client-certificate-data: &lt;证书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client-key-data: &lt;私钥 base64&gt;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contexts:      # 上下文：集群 + 用户 + 命名空间的组合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context: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cluster: 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 kubernetes-admin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kubernetes-admin@kubernetes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current-context: kubernetes-admin@kubernetes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多集群 / 多身份切换（CKA 高频）：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645920"/>
            <a:ext cx="3017520" cy="1828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get-contexts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查看所有上下文（* 标记当前）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&lt;名&gt;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切换上下文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current-context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看当前上下文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生产上可能有“开发/生产集群、只读/管理员账号”——靠上下文切换，而不是反复改文件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【沙盒演练】Killercoda：零成本接触真实集群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浏览器打开免费沙盒，1 分钟拿到现成集群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五个演练：看组件 / describe / 建 Pod / 自愈 / Service+scale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沙盒演练（Killercoda，约 30 分钟）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环境：https://killercoda.com/playgrounds/scenario/kubernetes · GitHub 账号登录 · 单节点集群 · 最长 1 小时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印证的概念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认识集群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get nodes / get pods -n kube-system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架构图上的每个方块 = 真实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describe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apiserver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对象结构、Events、启动参数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建第一个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kubectl run nginx + get -o yaml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命令式、spec vs status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体验自愈 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 Pod 删了不重建 vs Deployment 自动补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控制循环——全书最重要的“哇”时刻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Service + scale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expose + curl Service + scale 2→5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稳定入口、弹性（改期望即扩缩）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衔接实验手册：这些命令的完整讲解见实验手册（实验 01）“Kubectl 基础与公共操作”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= 容器编排平台：声明式、自愈、弹性、可移植、可扩展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六概念：集群/节点、Pod（最小调度单元）、工作负载、Service（稳定入口）、命名空间、标签选择器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声明式（告诉要什么）vs 命令式（告诉怎么做）——生产标准 kubectl apply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控制循环：期望状态 ↔ 当前状态持续调和——自愈与弹性的根源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控制面四组件 + 数据面三组件：各司其职、只与 apiserver 通信（星型拓扑）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对象模型：GVK 定位 + metadata（身份）+ spec（期望）+ status（当前）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为什么“Pod 是调度的最小单元”而不是容器？Pod 内多容器共享什么？（提示：sidecar）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控制循环中“观察”靠 apiserver 的哪个能力？“调和”由谁执行？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etcd 数据丢失，集群会发生什么？为什么第 3 章反复强调备份？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create -f 与 apply -f 的根本区别？为什么 CI/CD 必须用 apply？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一个请求从 kubectl 到容器启动，经过哪 5 个关键组件？每个做了什么？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kube-proxy 是“代理进程”吗？流量真的经过它吗？（提示：规则写入内核）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1，25%）：组件职责、apiserver 唯一入口、etcd 状态存储、kubelet 心跳、端口（6443/10250/2379）、apply vs create、控制循环、上下文切换。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Kubernetes 概述与架构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2026-08-16T12:03:13Z</dcterms:created>
  <dcterms:modified xsi:type="dcterms:W3CDTF">2026-08-16T12:03:13Z</dcterms:modified>
</cp:coreProperties>
</file>