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章 集群安装与配置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安装方式抉择 · 安装前规划 · containerd 运行时 · kubeadm 原理 · CNI 选型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01）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对比三种集群安装方式（kubeadm / 托管 / 轻量单机），说出各自定位，并解释本课程为什么选 kubeadm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7276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说清安装前必须规划的四个方面：形态 / 版本 / 网络 / 环境，每个决策背后的原理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4825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解释“容器运行时为什么是 containerd 而不是 Docker”，以及 CRI-O、Kata 等运行时的适用场景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5511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2374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完整描述 kubeadm 安装流程三阶段，理解 kubeadm init 每一步的原理（PKI 证书、静态 Pod、kubeconfig）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0266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9923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worker 加入的 token 机制与 TLS bootstrap 原理，理解 NotReady 是正常中间态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502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47472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对比主流 CNI 插件（Calico / Flannel / Cilium / Weave），说出选 Calico 的理由与“Pod 网段必须一致”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95020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了解国内环境镜像获取的问题本质与三类变通思路（换仓库 / 注入 pause / 加速站）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4531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453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42569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知道装完集群要验证什么、为什么验证这些，以及 etcd 备份是维护起点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安装方式的抉择：为什么是 kubeadm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三类主流方式：云托管（EKS/AKS/GKE）、轻量单机（minikube/kind/k3s）、kubeadm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学习阶段必须选“过程可见”的方式——kubeadm 把每个组件一步步摆到你面前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托管服务控制面是黑盒，学不到集群怎么运转，出了问题只能提工单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CKA 考试直接考察 kubeadm 流程（域 1，权重 25%）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安装方式的抉择：为什么是 kubeadm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286000"/>
                <a:gridCol w="2103120"/>
                <a:gridCol w="173736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安装方式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云托管服务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（EKS/AKS/GKE/ACK）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一键创建集群、控制面完全托管，最快最省心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控制面是黑盒——学不到集群怎么运转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生产使用，不是学习途径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轻量单机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（minikube/kind/k3s）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秒级起集群、资源占用小，本地快速体验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与生产多节点形态差异大（无真实跨节点调度/网络/存储）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开发调试、临时体验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kubeadm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（本课程）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官方标准工具，可控、可解释、可扩展，过程透明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需要逐节点操作，有一定学习成本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 + 生产两相宜，CKA 考察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决策逻辑：学习阶段必须选“过程可见”的方式——kubeadm 把第 2 章的每个组件（etcd、apiserver、kubelet…）一步步摆到你面前；托管服务把这些全藏起来，学不到东西。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安装前必须想清楚的事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形态与资源：单节点 / 标准 3 节点 / 生产高可用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版本策略：kubelet/kubeadm/kubectl 三件套同版本、装后锁定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网络规划：节点 / Pod / Service 三个网段互不重叠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环境前置：swap、内核模块、ip_forward、主机名——每项都有“为什么”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集群形态与版本策略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8046720" cy="42062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54864" cy="42062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单节点：1 台机器既是控制面又是工作节点——学习入门够用，但看不到跨节点调度与多节点网络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18488"/>
            <a:ext cx="804672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618488"/>
            <a:ext cx="54864" cy="42062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18488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3 节点（本课程）：1 控制面 + 2 工作节点——能完整演练调度、网络、存储、故障转移，学习的最优形态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093976"/>
            <a:ext cx="8046720" cy="42062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093976"/>
            <a:ext cx="54864" cy="42062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093976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生产高可用：3 控制面 + N 工作节点——控制面自身也要冗余（多控制面 + 负载均衡，第 14 章）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651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资源底线：每节点 2 核 / 2GB / 20GB（教学建议 4 核 8GB 更从容）· 关键前提：节点间内网互通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版本策略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465576"/>
            <a:ext cx="146304" cy="146304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4290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用当前最新稳定版（kubeadm 会告知可用版本），本课程基线 v1.36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849624"/>
            <a:ext cx="146304" cy="146304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130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 / kubeadm / kubectl 三件套必须同版本——版本对齐的协议交互，跨版本会告警甚至失败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233672"/>
            <a:ext cx="146304" cy="146304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19709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工作节点与控制面版本一致（官方允许跨一个次版本，但一致最稳）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617720"/>
            <a:ext cx="146304" cy="146304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58114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装完后锁定版本（apt-mark hold）——防止系统自动升级把集群搞崩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网络规划：三个网段不能打架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1737360"/>
                <a:gridCol w="23774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本课程取值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为什么不能冲突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节点网段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机器的真实内网 IP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192.168.0.0/24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物理基础，真实存在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 网段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（--pod-network-cidr）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 Pod 的 IP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10.244.0.0/16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与节点网段冲突 → Pod 与节点 IP 混淆、路由错乱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 网段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（--service-cidr）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 虚拟 IP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10.96.0.0/12（默认）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同样不能与上面两个重叠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118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61188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3611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常见错误：云主机内网常用 192.168.x.x，若 Pod 网段也选 192.168.x.x 两者重叠——流量会被路由到错误的地方；选一个明显不同的网段（10.244.x.x）就对了。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三个网段由 --pod-network-cidr / --service-cidr 声明，是 IPAM 的“IP 池”边界（§3.7）；规划顺序：节点网段（物理）→ Pod 网段 → Service 网段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环境前置条件：每项的“为什么”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804672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54864" cy="42976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关闭 swap（交换分区）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143000"/>
            <a:ext cx="5212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 用 cgroup 精确限制 Pod 内存，swap 让“内存超限”不可控——预检直接拒绝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804672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45920"/>
            <a:ext cx="54864" cy="429768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645920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内核模块 overlay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645920"/>
            <a:ext cx="5212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容器镜像分层文件系统的底层支撑——没有它 containerd 无法工作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804672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148840"/>
            <a:ext cx="54864" cy="42976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148840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内核模块 br_netfilter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2148840"/>
            <a:ext cx="5212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让经过网桥的流量也能被 iptables 处理——CNI 的网络策略（第 9 章）依赖它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651760"/>
            <a:ext cx="804672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651760"/>
            <a:ext cx="54864" cy="429768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651760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ip_forward=1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2651760"/>
            <a:ext cx="5212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节点内核转发——跨节点 Pod 通信、Service 转发的必经之路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804672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154680"/>
            <a:ext cx="54864" cy="42976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154680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主机名与 hosts 解析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154680"/>
            <a:ext cx="5212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用主机名标识节点，节点间必须能互相解析（否则证书请求和注册都会失败）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preflight 在 init 时逐项检查——缺什么会明确报错，按提示修复即可；理解每项原理，比背命令更重要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设计指南：容量规划与节点选型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4526280" cy="30175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160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控制面节点（按集群规模）：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&lt;50 节点     4C / 8G / 50G SSD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50-200 节点  8C / 16G / 100G SSD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200+ 节点   16C / 32G / 200G SSD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（etcd 独立部署）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 节点（按负载类型）：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通用型       8C / 32G（微服务）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计算密集型  16C / 32G（CPU 密集）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内存密集型   8C / 64G（缓存/JVM）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GPU 节点     按 AI/ML 需求独立规划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257800" y="1143000"/>
            <a:ext cx="33375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57800" y="1143000"/>
            <a:ext cx="54864" cy="1234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5440680" y="1207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黄金法则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40680" y="1481328"/>
            <a:ext cx="2971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宁可多节点小规格，不要少节点大规格（爆炸半径更小）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单节点 Pod 密度 ≤ 110（kubelet 默认上限）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预留 kube-reserved + system-reserved ≈ 15-20%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57800" y="2514600"/>
            <a:ext cx="33375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57800" y="2514600"/>
            <a:ext cx="54864" cy="12344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5440680" y="2578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性能基线（控制面的命脉）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40680" y="2852928"/>
            <a:ext cx="2971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生产必须 SSD（fsync &lt; 10ms；机械盘导致选举超时、集群不稳定）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IOPS ≥ 3000；DB SIZE &gt; 2GB 告警、&gt; 8GB 紧急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定期 compact + defrag 纳入运维日历（第 14 章）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57800" y="3886200"/>
            <a:ext cx="33375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57800" y="3886200"/>
            <a:ext cx="54864" cy="91440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CIDR 容量推演（Pod 网段 vs 节点规模）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4206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/16 → 每节点 /24 → 最多 256 节点 / 65,536 Pod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/12 → 4,096 节点 / 1,048,576 Pod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/12 通常足够（4,096 个）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43484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决策逻辑：先定业务规模（节点数/Pod 密度）→ 反推 CIDR 与节点规格 → 按 etcd 基线选磁盘 → 套内核调优——容量规划不是“越大越好”，是“匹配业务 + 留余量”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容器运行时：为什么是 containerd，而不是 Docker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运行时 = 被 kubelet 通过 CRI 驱动的容器引擎（gRPC 协议）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历史纠葛：v1.24 移除 dockershim——containerd 直接实现 CRI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CRI-O / Kata / gVisor 各有适用场景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SystemdCgroup：containerd 与 kubelet 的 cgroup 驱动必须对齐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运行时角色与“为什么不是 Docker”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运行时角色：kubelet 通过 CRI（容器运行时接口，gRPC 协议）指挥“跑容器的引擎”——引擎必须实现 CRI，kubelet 才能驱动它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2560320" cy="196596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9105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早期：Docker 是事实标准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011680"/>
            <a:ext cx="2340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通过 dockershim 适配层直接对接 Docker——当时必须兼容它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481328"/>
            <a:ext cx="2560320" cy="196596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7288" y="159105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问题：Docker 是“全家桶”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47288" y="2011680"/>
            <a:ext cx="2340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dockerd + containerd + 上层 CLI/网络/存储——K8s 只需要“跑容器”这一层，多余层是冗余，还引入“守护进程里的守护进程”的稳定性问题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481328"/>
            <a:ext cx="2560320" cy="196596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208" y="159105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A8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转折（v1.24）：移除 dockershim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36208" y="2011680"/>
            <a:ext cx="2340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containerd 本身直接实现 CRI（Docker 反而包了层壳）；少一层抽象 = 少一个故障点；CNCF 托管，与 K8s 同基金会、中立可信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657600"/>
            <a:ext cx="54864" cy="9144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490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现状：containerd 成为 Kubernetes 的默认/主流运行时（本课程实测 2.2.x）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114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你照样用 Docker 构建镜像（镜像符合 OCI 标准，第 1 章）——只是“跑容器”这步交给 containerd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其他运行时 · SystemdCgroup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017520"/>
                <a:gridCol w="29260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containerd（本课程）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轻量、标准、CNCF 托管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默认选择，绝大多数场景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CRI-O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专为 Kubernetes 而生、极简（只为 K8s 服务）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偏爱极简、RedHat 生态（OpenShift 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Kata Containers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每个容器跑在轻量虚拟机里（硬件级隔离）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安全敏感：多租户、不可信负载（牺牲性能换隔离）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gVisor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用户态内核拦截系统调用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同样面向安全隔离场景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关键配置项的原理：SystemdCgroup = true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6118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3611880"/>
            <a:ext cx="54864" cy="777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6576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cgroup 有两种“驱动”：systemd 或 cgroupfs。Ubuntu 用 systemd 管理整个系统的 cgroup 树，kubelet 也用 systemd 驱动——containerd 必须与 kubelet 用同一种驱动，否则两边对 cgroup 的管理冲突，Pod 的资源限制（requests/limits，第 7 章）失效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45262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4526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SystemdCgroup=true：containerd 的 cgroup 驱动要与 kubelet 对齐（都是 systemd）——这是安装时最容易漏、漏了最隐蔽的配置（集群能跑但资源限制不生效）。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3.4-3.5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安装流程与控制面初始化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三阶段流水线：准备 → 控制面 init → 加入与联网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kubeadm init 七步：预检 / PKI 证书 / kubeconfig / 静态 Pod / 拉起 / 附加组件 / join 命令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关键参数：--pod-network-cidr、--apiserver-advertise-address、--image-repository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失败排查：wait-control-plane 十有八九是镜像拉不下来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安装流程总览：一条流水线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560320" cy="182880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89888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阶段一：准备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（每台节点）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938528"/>
            <a:ext cx="2340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系统参数（swap/内核/主机名）→ 容器运行时（containerd）→ kubeadm / kubelet / kubectl 三件套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36392" y="19659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560320" cy="1828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7288" y="1389888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阶段二：控制面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08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（master 一台）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47288" y="1938528"/>
            <a:ext cx="2340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init → 生成证书与配置 → 拉起控制面静态 Pod → 配好 kubectl（输出 join 命令）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25312" y="19659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182880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389888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8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阶段三：加入与联网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BA8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（worker 每台 + 控制面）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36208" y="1938528"/>
            <a:ext cx="2340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join（token + CA 校验）→ 装 CNI 网络插件 → 全部节点 Ready → 验收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为什么是这个顺序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03904"/>
            <a:ext cx="128016" cy="128016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749040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先备好运行时，控制面才能被“跑起来”——apiserver 等控制面组件本身也是容器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123944"/>
            <a:ext cx="128016" cy="128016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069080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先初始化控制面，才有 apiserver 可供 worker 注册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443984"/>
            <a:ext cx="128016" cy="128016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389120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先加入 worker，最后装 CNI——CNI 是集群级组件，装一次管所有节点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764024"/>
            <a:ext cx="128016" cy="128016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709160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装完 CNI，所有节点才真正 Ready（对应 §3.8 验证第一层）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控制面初始化：kubeadm init 在做什么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 kubeadm init，背后是七个步骤——每一步对应第 2 章的一个知识点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42062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42062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预检：swap / 内核模块 / CRI socket / 端口——按提示逐项修复（kubeadm 明确报缺什么）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92808"/>
            <a:ext cx="804672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892808"/>
            <a:ext cx="54864" cy="42062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9280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生成 PKI 证书：CA + 组件证书——组件互信基础（§2.6.3 在此落地，默认 1 年有效期）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68296"/>
            <a:ext cx="8046720" cy="42062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68296"/>
            <a:ext cx="54864" cy="42062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368296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生成 kubeconfig：admin.conf——kubectl 访问集群的凭证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43784"/>
            <a:ext cx="804672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843784"/>
            <a:ext cx="54864" cy="42062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843784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生成静态 Pod 清单：/etc/kubernetes/manifests/——kubelet 直接拉起整个控制面（§2.5.1）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319272"/>
            <a:ext cx="8046720" cy="42062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319272"/>
            <a:ext cx="54864" cy="42062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31927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kubelet 拉起控制面：等待 apiserver 健康（wait-control-plane）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804672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794760"/>
            <a:ext cx="54864" cy="42062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79476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部署附加组件：kube-proxy / coredns + 控制面污点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270248"/>
            <a:ext cx="8046720" cy="42062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270248"/>
            <a:ext cx="54864" cy="42062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27024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输出 join 命令：token + CA hash——worker 的“入场券”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读图要点：证书（②）与静态 Pod 清单（④）是承上启下的两步——证书保证组件互信；静态 Pod 清单让 kubelet 直接拉起整个控制面；最后输出的 join 命令是 worker 的“入场券”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关键参数与初始化失败排查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78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关键参数及决策逻辑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41605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44752"/>
            <a:ext cx="54864" cy="7315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90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--pod-network-cidr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17739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 Pod 网段（§3.2.3）——必须与 CNI 配置一致，不一致 → Pod 拿不到 IP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249424"/>
            <a:ext cx="41605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249424"/>
            <a:ext cx="54864" cy="7315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951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--apiserver-advertise-address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25786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apiserver 对外宣告地址——用节点内网 IP（填公网 IP 会导致内网通信问题）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054096"/>
            <a:ext cx="41605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054096"/>
            <a:ext cx="54864" cy="7315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0998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--image-repository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3383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控制面镜像从哪拉（默认 registry.k8s.io）——国内环境第一个变通点（§3.9）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858768"/>
            <a:ext cx="41605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858768"/>
            <a:ext cx="54864" cy="7315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9044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--cri-socket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7240" y="41879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指定容器运行时 socket——多运行时并存时显式指定更稳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1078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初始化失败排查思路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1444752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1444752"/>
            <a:ext cx="54864" cy="8229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1490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卡在 wait-control-plane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17739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kubelet 日志找“第一个错误”——十有八九是镜像拉不下来（控制面镜像或 pause 沙箱镜像，§3.9）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37760" y="2340864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2340864"/>
            <a:ext cx="54864" cy="8229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2386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预检报错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2670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按提示逐项修复（swap / 内核 / 端口）——报错信息永远指向下一步（第 16 章展开）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37760" y="3236976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3236976"/>
            <a:ext cx="54864" cy="8229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32" name="Text 30"/>
          <p:cNvSpPr/>
          <p:nvPr/>
        </p:nvSpPr>
        <p:spPr>
          <a:xfrm>
            <a:off x="5166360" y="32826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失败不要急着 kubeadm reset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很多失败（如 pause 镜像）修复环境后重试 kubelet 即可恢复——reset 会清掉已生成的证书和配置，等于从头再来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3.6-3.7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节点加入与网络插件（CNI）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token（入场券）+ CA hash（防中间人）+ TLS bootstrap（换取长期证书）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join 后 NotReady 是正常中间态——在等 CNI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CNI 角色：分配 Pod IP、打通跨节点路由——没有 CNI 节点不 Ready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选型：Calico（BGP + NetworkPolicy）vs Flannel（极简）vs Cilium（更强更复杂）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工作节点加入：token 机制与 TLS bootstrap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加入不是“复制个文件”，而是一个带安全校验的引导流程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token（入场券）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91840" y="14173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 时生成的一次性口令（默认 24 小时有效）——worker 凭它向 apiserver 证明“我是被邀请加入的”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84248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984248"/>
            <a:ext cx="54864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842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 hash（防中间人）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91840" y="19842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join 命令带 --discovery-token-ca-cert-hash（apiserver 证书指纹）——worker 用它校验对方真的是我们的 apiserver，防止假 apiserver 骗取证书；token 与 CA hash 二者缺一不可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551176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551176"/>
            <a:ext cx="54864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55117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TLS bootstrap（证书交换）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91840" y="255117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用 token 向 apiserver 申请自己的客户端证书，CA 签发（§2.6.3 双向 TLS）——之后 kubelet 就用这张证书通信，不再用 token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118104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118104"/>
            <a:ext cx="54864" cy="5029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11810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join 后为什么 NotReady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91840" y="311810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节点已注册进集群但还没有网络插件——kubelet 一直检查“网络是否就绪”（CNI 是否装好）；装完 CNI 自动变 Ready（正常中间态）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过期怎么办：在控制面节点执行 kubeadm token create --print-join-command 重新生成 join 命令即可——token 只是引导凭证，丢了/过期不影响已加入的节点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这个现象也印证第 2 章“节点 Ready 依赖 kubelet + 网络就绪”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CNI 的角色与主流插件对比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CNI（容器网络接口）插件：Pod 创建时分配 IP、配置网卡、建立跨节点路由——没有 CNI：Pod 没有 IP、节点间不通、节点不 Ready（必须装）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CNI 不止管“连通”：还包含 IPAM（IP 地址管理）——负责 Pod IP 的分配/回收；--pod-network-cidr 就是给 IPAM 划定“IP 池”范围</a:t>
            </a:r>
            <a:endParaRPr lang="en-US" sz="11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80467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148840"/>
                <a:gridCol w="2468880"/>
                <a:gridCol w="18288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网络模型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Flannel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VXLAN 覆盖网络（overlay）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最简单、最轻量，Pod 间二层互通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学习、小型集群、“能通”就行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Calico（本课程）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BGP 三层路由（可选 overlay）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性能好、原生支持 NetworkPolicy（第 9 章必需）、可扩展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生产主流；需要网络策略/性能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Cilium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eBPF 内核编程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性能最强、功能最丰富（策略/可观测/服务网格）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大型生产、要求高（学习曲线陡）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Weave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覆盖网络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简单易用、自带 DNS 加密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小规模、追求简单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云厂商自带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云网络直通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与云 VPC 集成好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托管集群（EKS 等）默认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IPAM 才能理解“Pod IP 从哪来、为什么不会耗尽/冲突”（IP 耗尽排障见第 16 章）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 Calico · 一个必须一致的参数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789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本课程为什么选 Calico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4892040" cy="5486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44752"/>
            <a:ext cx="54864" cy="5486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447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性能与模型：BGP 三层路由（数据走真实路由而非隧道封装）——比 Flannel 的 VXLAN 性能好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66544"/>
            <a:ext cx="48920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066544"/>
            <a:ext cx="54864" cy="5486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6654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NetworkPolicy：第 9 章要演练“网络策略隔离”——Flannel 不支持，Calico 原生支持（教学刚需）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4892040" cy="5486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688336"/>
            <a:ext cx="54864" cy="5486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68833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生产主流：学了就是生产可用的——大量生产集群用 Calico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10128"/>
            <a:ext cx="48920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310128"/>
            <a:ext cx="54864" cy="5486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101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实测稳定：本课程在 v1.36 实测通过（多源拉取、三节点互通）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23560" y="1444752"/>
            <a:ext cx="2971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23560" y="1444752"/>
            <a:ext cx="54864" cy="23774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CALICO_IPV4POOL_CIDR 必须与 --pod-network-cidr 完全一致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852160" y="21488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 时声明的网段是“集群的 Pod 网段约定”，Calico 的 IP 池是“实际分配 IP 的池子”——两者不一致，Calico 分配的 IP 落在约定网段之外，路由就乱了。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这是 CNI 安装中最常见的错误点。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069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决策逻辑：教学选型 = “性能可用 + 支持全部要教的功能（网络策略）+ 生产通用”；Flannel 适合“只想通网”的极简场景；Cilium 是“更强但更复杂”的进阶选项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3.8-3.11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验证、国内变通、维护与实验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验证四层：节点 Ready / 组件 Running / 跨节点调度 / 镜像拉取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国内镜像：换仓库 / 本地注入 pause / 加速站——先测再配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维护起点：etcd 备份是装完集群的第一件事（CKA 必考）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实验指引：实验 01 手动安装 + 实验 12 集群维护 + 附录 A-F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集群验证：验证什么、为什么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装完集群，验证不是“随便看看”，而是对照第 2 章架构逐层确认</a:t>
            </a:r>
            <a:endParaRPr lang="en-US" sz="12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383280"/>
                <a:gridCol w="32918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为什么验证它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个节点全部 Ready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Ready = kubelet 心跳正常 + 网络就绪（第 2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kube-system 的系统 Pod 全部 Running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控制面四件套 + kube-proxy + coredns + calico 都在岗（第 2 章架构图）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调度层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 Pod 能创建并落到 worker 节点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证明调度器工作 + 控制面污点生效（控制面不跑业务，第 6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测试镜像能正常拉取启动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证明镜像获取链路可用（§3.9 的变通是否生效）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验证命令（少量即可）：kubectl get nodes · kubectl get pods -A · 跑一个测试 Pod 看调度结果——具体命令在实验手册（实验 01）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教学提示：测试 Pod 调度到 worker 而非控制面是正常设计（control-plane 污点）——第一次看到别以为是故障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国内环境镜像获取策略（问题本质与思路）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5486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问题的本质：官方组件镜像在 registry.k8s.io、业务镜像在 docker.io，国内网络访问不稳定——安装失败九成是镜像拉取失败（§3.5 的 wait-control-plane 就是典型）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828800"/>
            <a:ext cx="54864" cy="21031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控制面镜像：换仓库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 时 --image-repository 指向国内可达仓库（如阿里云）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边界：只换控制面组件镜像仓库，管不到 kubelet 的沙箱镜像——引出最大的坑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182880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828800"/>
            <a:ext cx="54864" cy="21031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kubelet 沙箱镜像（pause）：本地注入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4688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pause 由 kubelet 按内置默认名（registry.k8s.io/pause:3.10.1）拉取——从国内源拉取后 tag 成期望名字（多 tag 相近版本），重启 kubelet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国内安装最大的坑（附录 F 有完整实测）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82880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828800"/>
            <a:ext cx="54864" cy="21031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业务/CNI 镜像（docker.io）：加速站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4688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containerd 支持 per-registry 镜像加速配置（hosts.toml 指向加速站）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要点：加速站可用性随时间变化（403/慢）——先实测再配置，必要时多站兜底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11480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先测再装：版本源 + 镜像源各探一次 → 决定要不要变通 → 按“换仓库 / 本地注入 / 加速站”分类处理——别装到一半才发现（预测试脚本在实验手册前置检查）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安装之后：维护起点与实验指引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789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安装之后：集群维护的起点（动手实验在实验 12，完整流程第 14 章展开）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54864" cy="7772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465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备份（装完第一件事）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029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= 集群的全部状态——配置快照 + 周期策略 + 恢复演练，CKA 必考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560320"/>
            <a:ext cx="54864" cy="7772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151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升级认知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8986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升级有固定顺序：控制面先行、worker 逐台排空升级（第 14 章展开）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429000"/>
            <a:ext cx="54864" cy="7772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838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12“集群维护与运维”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7673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备份恢复 + kubeadm 升级 + 节点维护演练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10789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实验演练指引（本章动手内容全在实验手册 实验 01）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74920" y="1764792"/>
            <a:ext cx="146304" cy="146304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5349240" y="1691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手动安装（10 步）：按本章原理走完整流程（含国内变通与故障清单）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74920" y="2313432"/>
            <a:ext cx="146304" cy="146304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22402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12：etcd 备份恢复 / kubeadm 升级 / 节点维护演练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74920" y="2862072"/>
            <a:ext cx="146304" cy="146304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27889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A-F：加速站清单与预测试、配置原理、版本组合、worker 一键脚本、单节点安装、实测记录（9 个坑）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74920" y="3410712"/>
            <a:ext cx="146304" cy="146304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25" name="Text 23"/>
          <p:cNvSpPr/>
          <p:nvPr/>
        </p:nvSpPr>
        <p:spPr>
          <a:xfrm>
            <a:off x="5349240" y="3337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基础：第 2 章 Killercoda 演练的命令在自有集群完整过一遍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教学建议：先在 Killercoda（第 2 章）建立命令直觉 → 读本章理解原理 → 按实验手册（实验 01）动手安装 → 对照 §3.8 验收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方式抉择：kubeadm（过程可见、可扩展、CKA 考）＞ 托管（生产黑盒）＞ 轻量单机（本地体验）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27048"/>
            <a:ext cx="7315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规划四件事：形态（3 节点教学最优）、版本（三件套一致 + 锁定）、网络（三个网段互不重叠）、环境（swap/内核每项有原理）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198424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956816"/>
            <a:ext cx="7315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运行时选型：containerd（直接实现 CRI、轻量、CNCF 托管）取代 dockershim 时代；SystemdCgroup 必须与 kubelet 对齐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4140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14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386584"/>
            <a:ext cx="7315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 原理：预检 → PKI 证书 → kubeconfig → 静态 Pod 清单 → 拉起控制面 → 附加组件 → join 命令；失败先查镜像，别急着 reset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84378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43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816352"/>
            <a:ext cx="7315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join 原理：token（入场券）+ CA hash（防中间人）+ TLS bootstrap（换取长期证书）；NotReady 是等 CNI 的正常中间态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2735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73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246120"/>
            <a:ext cx="7315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CNI 选型：Calico（BGP 性能 + NetworkPolicy + 生产主流）vs Flannel（极简）vs Cilium（更强更复杂）；Pod 网段必须与 init 一致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7033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675888"/>
            <a:ext cx="7315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验证四层：节点 Ready / 组件 Running / 跨节点调度 / 镜像拉取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1330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33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105656"/>
            <a:ext cx="7315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国内变通：问题本质是镜像可达性；三类思路（换仓库 / 本地注入 pause / 加速站）；先测再配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5628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562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34440" y="4535424"/>
            <a:ext cx="7315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维护起点：etcd 备份是装完集群的第一件事（CKA 必考）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Kubernetes v1.24 要移除 dockershim？用 containerd 和用 Docker 的本质区别是什么？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099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三个网段（节点/Pod/Service）为什么必须互不重叠？如果 Pod 网段选了和节点一样的 192.168.0.0/16 会发生什么？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27685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init 的七步里，哪一步对应第 2 章的“静态 Pod”？控制面组件为什么用静态 Pod 而非 Deployment 管理？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84378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join 为什么需要“token + CA hash”两样东西？缺一个会有什么风险？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4107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为什么没装 CNI 时节点一直是 NotReady？kubelet 是怎么知道“网络没就绪”的？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977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如果只要求“Pod 能互通、不在乎网络策略”的小集群，你选什么 CNI？为什么？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61772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6177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1：集群架构、安装与配置 25%，权重最高的实操域）：kubeadm init 参数含义、token 续发、镜像预热、join 的 token + CA hash、CNI 与 Ready 的关系、wait-control-plane 排查、etcd 备份（snapshot save/restore，第 14 章展开）。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集群安装与配置</dc:title>
  <dc:subject>PptxGenJS Presentation</dc:subject>
  <dc:creator>Kubernetes 容器云原生实战课程</dc:creator>
  <cp:lastModifiedBy>Kubernetes 容器云原生实战课程</cp:lastModifiedBy>
  <cp:revision>1</cp:revision>
  <dcterms:created xsi:type="dcterms:W3CDTF">2026-08-16T12:03:13Z</dcterms:created>
  <dcterms:modified xsi:type="dcterms:W3CDTF">2026-08-16T12:03:13Z</dcterms:modified>
</cp:coreProperties>
</file>