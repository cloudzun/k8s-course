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Pod 与容器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最小调度单元 · 配置要素 · Init 容器 · 探针与优雅终止 · 资源模型 · 生命周期走查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02 解析 Pod）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解释“Pod 为什么是调度的最小单元”，说清多容器共享什么、为什么要共享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5453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45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179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描述多容器 Pod 三种协作模式（sidecar / 适配器 / 大使）与各自场景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385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解释镜像拉取策略三种取值，以及“默认策略由镜像 tag 决定”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386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 command / args 与 Dockerfile ENTRYPOINT / CMD 的覆盖关系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072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7797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Init 容器的工作机制（顺序 / 失败 / 共享卷）与适用场景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004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完整讲解三种探针（startup / liveness / readiness）的职责与配合关系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6484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210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描述容器优雅终止完整流程：preStop → SIGTERM → 宽限期 → SIGKILL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0416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requests（调度承诺）与 limits（运行上限），CPU 与内存超限的不同后果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489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4622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Downward API 注入哪些元数据，走查 Pod 从提交到删除的完整生命周期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的本质：最小调度单元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逻辑主机：紧密耦合的进程必须同机共存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共享边界：网络 / UTS / 存储卷 / 生命周期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单容器 vs 多容器：sidecar / 适配器 / 大使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是“逻辑主机”：共享什么、为什么共享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291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设计动机：为什么必须“同机共存”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主应用 + 日志采集器：同机才能读日志文件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Web 服务 + 本地代理（Envoy）：同机才能拦截流量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 + 配置刷新器：定期拉配置写入共享目录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拆成独立 Pod 的代价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不同（无法 localhost）· 存储不共享 · 生命周期不同步——调度器把整个 Pod 当作整体调度到同一节点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54864" cy="32918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内共享什么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4" y="1755648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网络命名空间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 Pod IP + 端口空间，容器间用 localhost 互访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UTS 命名空间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共享主机名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级卷可被所有容器挂载（如共享日志目录）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一起调度、一起终止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084064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不共享：PID 命名空间（默认）、cgroups（各自独立资源限制）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84064" y="4462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的 IP 属于 pause 沙箱——“删 Pod = 整个 Pod 消亡”的技术根源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单容器 vs 多容器：三种协作模式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sidecar（边车）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辅助主容器，增强而不侵入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日志采集 filebeat · 指标暴露 exporter · 本地文件同步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2286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Adapter（适配器）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930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把主容器的输出转换成统一格式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应用日志转标准 JSON · 指标转监控系统格式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2286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Ambassador（大使）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36208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代表主容器访问外部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数据库连接池代理 · 访问外部服务的本地代理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9476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决策逻辑：先问“能不能一个容器搞定？”——单容器最简单、运维成本最低；只有进程必须同生命周期、共享本地资源时才拆多容器（sidecar 等模式）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2：多容器 Pod）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容器的配置要素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镜像与拉取策略：默认策略由 tag 决定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command / args 覆盖 ENTRYPOINT / CMD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环境变量、标签注解、SecurityContext 安全基线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镜像与拉取策略（imagePullPolicy）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IfNotPresent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本地有就用本地，没有才拉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版本化镜像（nginx:1.27）的默认策略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每次到仓库拉取，检查 digest 有变化就更新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:latest 或无 tag 的默认策略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只用本地镜像，绝不拉取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离线环境、测试镜像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7889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986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关键认知：默认策略由镜像 tag 决定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带具体版本（nginx:1.27）→ 默认 IfNotPresent（版本不可变，本地有就不重复拉）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:latest 或没写 tag → 默认 Always（latest 是“移动靶”，每次启动确认最新）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“tag 即契约”：版本化镜像假设不可变、latest 假设始终要最新——生产永远用具体版本号 + IfNotPresent，规避 :latest 的不可预测性。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4：拉取策略）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命令与参数：command / args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镜像默认命令来自 Dockerfile（ENTRYPOINT + CMD），Kubernetes 可以覆盖：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 Dockerfile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ENTRYPOINT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替换启动程序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替换启动参数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覆盖规则（容易混淆，重点记忆）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args → 程序不变（用镜像 ENTRYPOINT），只换参数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command → 程序换掉，参数用镜像默认 CMD（必要时同时清掉 args）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2702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+ args 都写 → 程序和参数全换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为什么需要覆盖：同一镜像跑不同任务（busybox 既当“睡眠容器”又当“一次性任务”）、调试进 shell、镜像默认命令在集群环境不适用。kubectl 命令式创建用 --command -- &lt;命令&gt;（v1.36 必须带分隔符）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环境变量与标签注解（Pod 层面）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环境变量：传配置最直接的方式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静态值：env: [{ name: MODE, value: prod }]——写死在 Pod 定义里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动态来源：从 ConfigMap / Secret 引用（第 8 章）；从 Downward API 注入自身元数据（§4.5.4）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局限：不适合传“文件型配置”（如整个配置文件）——文件型用 ConfigMap 卷挂载（第 8 章）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7490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54864" cy="3429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标签与注解的区别（Pod 层面补充）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84064" y="1783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“被管理的凭据”：Deployment / Service 靠它选中 Pod——标签与选择器必须精确匹配，错了 Pod 就“没人管”（删了不重建、流量不进）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84064" y="3154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注解 = 声明“意图”：如 kubernetes.io/change-cause（记录更新原因）、监控告警配置——控制器 / 工具读取，但不参与选择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5 / Lab 7：环境变量、标签与注解）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生产基线：SecurityContext 安全设置区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容器默认以 root 运行（与宿主机共享内核权限，被攻破有逃逸风险）——用 SecurityContext 声明降权与加固：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572000" cy="2788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206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securityContext:                # Pod 级：对所有容器生效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runAsNonRoot: true            # 禁止 root（UID 0），否则拒绝启动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runAsUser: 1000               # 指定运行用户（UID）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securityContext:              # 容器级：只对本容器生效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readOnlyRootFilesystem: true     # 根文件系统只读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capabilities: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drop: ["ALL"]             # 丢弃全部 Linux 能力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463040"/>
          <a:ext cx="3291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runAsNonRoot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容器逃逸、root 权限滥用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readOnlyRootFilesystem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恶意文件写入（卷仍可写）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capabilities.drop 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危险内核能力（SYS_ADMIN 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allowPrivilegeEscalation: 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禁止子进程提权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先建立基线：容器默认不安全 → 用 SecurityContext 显式降权；第 12 章讲 PSA 如何强制它（“自觉 vs 强制”）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容器：先决条件执行器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为什么需要：等待依赖、预置数据、预热缓存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工作机制：顺序执行 · 失败从头重跑 · 共享卷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vs sidecar：“做完就撤”还是“长期伴随”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容器：启动前的“先决条件执行器”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429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Init 容器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等待依赖就绪：while ! nc -z mysql 3306; do sleep 1; 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预置数据 / 权限：下载配置、初始化目录、设置文件权限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266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预热缓存：启动前先把缓存填充好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放进主容器的代价：与主进程争抢资源、逻辑混杂、“启动慢被探针误杀”（§4.4.2）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7490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54864" cy="3429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工作机制：主容器之前，做完就退出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38928" y="18013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容器按声明顺序逐个执行（init-1 等待数据库 → init-2 预置数据 → 主容器）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38928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4048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某个失败 → 整个 Pod 按重启策略重启，所有 Init 从头再跑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38928" y="30449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0266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与主容器共享 Pod 卷：预置的数据主容器直接读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8928" y="36667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64845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独立镜像：主容器用精简运行时，Init 用带工具的镜像下载数据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84064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“失败从头跑”：Init 可能修改共享卷的中间状态——从第一个重跑保证准备动作的确定性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3：Init 容器）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 vs sidecar 容器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Init 容器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 容器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主容器之前，跑完即退出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与主容器并行，长期运行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Pod 同生共死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等待依赖、预置数据、预热缓存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日志采集、本地代理、指标暴露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52044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11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判断口诀：“做完就撤”用 Init 容器，“长期伴随”用 sidecar 容器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2 多容器 / Lab 3 Init：对照验证两种容器的运行时机差异）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容器生命周期管理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三种状态与退出码：137 = OOM 强杀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三种探针：readiness / liveness / startup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探测方式：httpGet / tcpSocket / exec / grpc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生命周期钩子与优雅终止流程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容器状态、退出码与重启策略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正在准备：拉镜像、创建等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930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正在运行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3620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已退出：正常 / 异常，含退出码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46888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68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退出码排障必读：0 = 正常退出；非 0 = 异常（1 通用错误）；137 = SIGKILL（先怀疑内存超限 OOM）；143 = SIGTERM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restartPolicy：容器失败 / 退出后要不要重启（Pod 级配置）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Always（默认）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任何退出都重启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 等长期服务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OnFailure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只有异常退出（非 0）才重启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Job 等任务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Never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绝不重启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一次性批处理任务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三种探针：各管一件事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就绪探针“能用了吗？”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决定是否把流量发给这个 Pod（Service 后端列表是否包含它）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从 Service 摘除（Pod 不重启）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场景：启动慢、要加载缓存 / 连数据库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54864" cy="2468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存活探针“还活着吗？”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决定是否重启这个容器（自愈机制）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30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kubelet 杀容器并按重启策略重建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930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场景：进程活着但业务卡死（死锁 / 泄漏）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88720"/>
            <a:ext cx="54864" cy="2468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startupProbe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启动探针“开始检查了吗？”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 liveness / readiness 什么时候开始检查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6208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启动阶段只查它 → 解决慢启动被误杀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场景：JVM 启动、加载大模型、冷启动慢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862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最小化原则：只配必要的——readiness 大多数有流量的服务要配；liveness 有死锁 / 泄漏风险时配；startup 启动超过默认 10s 必须配（防被 liveness 误杀）。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8：readiness 摘流量、liveness 重启，亲眼验证探针行为）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三探针的配合关系与参数速查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28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容器启动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0048" y="1280160"/>
            <a:ext cx="18288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startupProbe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通过？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61488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继续等待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不查其他探针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98848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91456" y="1280160"/>
            <a:ext cx="1828800" cy="777240"/>
          </a:xfrm>
          <a:prstGeom prst="rect">
            <a:avLst/>
          </a:prstGeom>
          <a:solidFill>
            <a:srgbClr val="E8F8E8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82896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从 Service 摘除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流量不进入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0256" y="1371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12864" y="1280160"/>
            <a:ext cx="1828800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13533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livenessProbe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持续检查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重启容器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回到起点（自愈）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 通过后才接流量；liveness 失败 → 重启 → 回到 startup 重新走流程（循环）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0040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101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探针参数（速查）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initialDelaySeconds 启动后等多久才第一次查 · periodSeconds 探测间隔 · timeoutSeconds 单次超时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failureThreshold 连续几次失败才判定失败 · successThreshold 连续几次成功才判定成功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读图要点：startup 通过前另外两个探针都不查（慢启动保护）；readiness 失败只摘流量；liveness 失败才重启——三个探针的失败后果各不相同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探针的实现方式：怎么探测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 HTTP GET，状态码 200-399 视为成功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 服务（最常用）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tcpSocket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尝试建立 TCP 连接，能连上即成功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HTTP 协议（数据库、Redis）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容器内执行命令，exit 0 视为成功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无法用端口判断（检查内部状态文件）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grpc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gRPC 健康检查协议（v1.24+）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gRPC 微服务，无需额外探针实现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选择逻辑：HTTP 服务用 httpGet（最贴近真实可用性）；TCP 服务用 tcpSocket；都没有的用 exec；gRPC 服务用 grpc 探针（要求服务端实现 gRPC 健康检查协议）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注意：探测路径要选“真实反映可用性”的端点（如 /healthz），而不是只返回 200 的静态页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生命周期钩子与优雅终止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postStart（启动后钩子）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注册到注册中心、初始化脚本——与主进程并发执行（不阻塞）；失败不会导致重启（只记录事件）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preStop（终止前钩子）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84064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通知注册中心下线、排空连接、保存状态——阻塞式：必须执行完（或超时）才继续终止流程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优雅终止完整流程（“发布不中断”的关键机制）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Terminating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Service 摘除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12848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preStop 钩子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58568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排空 / 反注册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30752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77056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SIGTERM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22776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应用自己收尾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41264" y="3154680"/>
            <a:ext cx="1517904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6984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等待宽限期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6984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30s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9168" y="320040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05472" y="3154680"/>
            <a:ext cx="1517904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3218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SIGKILL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51192" y="35478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超时强杀兜底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应用收尾需要超过 30 秒？调大 terminationGracePeriodSeconds（实验 02 Lab 9：实测完整终止流程 5.8s）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 = 不丢请求：先摘流量 → preStop 排空存量 → SIGTERM 优雅退出 → 超时才 SIGKILL 兜底——发布、扩缩容、drain 都走这套流程。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资源模型：requests 与 limits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requests 管调度承诺，limits 管运行上限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CPU 可压缩（节流）vs 内存不可压缩（OOM）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QoS 三档：Guaranteed / Burstable / BestEffort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Downward API：注入 Pod 自身元数据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与 limits：两个不同的机制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requests（请求量）— 调度承诺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告诉调度器“这个容器至少需要多少”——决定 Pod 落在哪个节点（scheduler 过滤依据）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limits（上限）— 运行时限制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84064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kubelet“最多能用多少”——决定容器能跑多快 / 会不会被杀（运行时执行）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requests: CPU 0.5 / 内存 256Mi   ← 调度器：找剩余资源 ≥ 这个值的节点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limits:   CPU 1 / 内存 512Mi    ← kubelet：容器最多用这么多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可压缩 → 超限节流（throttling）跑慢点不致命　|　内存不可压缩 → 超限 OOM 被杀（SIGKILL，退出码 137）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生产底线：内存 limits 必须设——防泄漏容器拖垮整台节点（影响同节点其他 Pod）；CPU limit 可选，只是不节流。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10：requests / limits 生效、超限节流与 OOM）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不设置会怎样？与 QoS 等级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331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不设置的三种情况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只有 requests 没 limits：调度有保障，运行时不受限（可超用节点资源）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只有 limits 没 requests：limits 隐式等于 requests（K8s 自动补）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71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都没有：调度“任何节点都行”（可能挤爆别人），运行时无上限（风险）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7490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54864" cy="2331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84064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 等级：决定节点紧张时谁先被杀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84064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Guaranteed（保证）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1737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= limits（都设且相等）——最后被杀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84064" y="2304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Burstable（可突发）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2304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&lt; limits 或只设 requests——有保障可超用，中间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84064" y="28712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BestEffort（尽力而为）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8712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什么都没设——最容易被杀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7947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生产实践：核心服务配 Guaranteed（requests = limits）；一般服务 Burstable；BestEffort 只给测试任务。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02 Lab 10：requests / limits 生效，超限节流与 OOM）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API：Pod 怎么“认识自己”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754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291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容器内部怎么知道自己的 Pod 名、命名空间、IP、所在节点？——Downward API 把 Pod 自身的元数据注入容器（环境变量或文件两种方式）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两种注入方式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9718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环境变量：Pod 名、命名空间、节点名、Pod IP（label / annotation 不能进 env）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文件方式（volume）：label / annotation 等全部字段，挂载成文件、支持热更新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10896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3716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MY_POD_NAME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valueFrom: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fieldRef: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fieldPath: metadata.name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注入的是“自身信息”，不是外部配置——外部配置用 ConfigMap（第 8 章）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典型用途：应用上报日志时带“我是哪个 Pod”、监控系统标记来源、按 Pod 标签决定行为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走查：一个 Pod 的完整生命周期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提交：kubectl apply deployment.yaml（1 副本，带 readiness + liveness 探针）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调度：scheduler 按 requests 过滤打分，选中 node2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创建：kubelet 建 pause 沙箱 → 拉镜像 → 建容器（Waiting: Pulling）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启动：容器 Running；postStart 钩子并发执行（注册 / 初始化）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探针：startup 成功 → readiness 成功 → 加入 Service 接流量（liveness 失败即重启）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/ 删除：摘流量 → preStop 排空 → SIGTERM → 优雅退出（超时 SIGKILL）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60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回收：删除 Pod 对象（中途内存超限可能已 OOM 被杀，退出码 137）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对照第 2 章控制循环：Pod 的生死由 ReplicaSet 控制器监视——它死了，控制器立刻补一个新的（自愈）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61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= 最小调度单元：共享网络 / 存储 / 生命周期；sidecar / 适配器 / 大使三种协作模式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容器配置：拉取策略默认由 tag 决定；command / args 覆盖 ENTRYPOINT / CMD；文件型配置走 ConfigMap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容器：顺序执行、失败从头重跑、共享卷预置数据——“做完就撤”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146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探针三兄弟：readiness 摘流量 / liveness 重启 / startup 慢启动保护；探测方式按协议选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优雅终止：摘流量 → preStop → SIGTERM → 宽限期 → SIGKILL——发布不丢请求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447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资源模型：requests 管调度、limits 管运行；CPU 可压缩（节流）、内存不可压缩（OOM 137）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044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8862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 三档决定被杀顺序；内存 limits 是生产底线；Downward API 注入自身元数据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61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34340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生命周期走查环环相扣；实验 02 十个 Lab 对应本章全部机制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864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5 章讲“管 Pod 的人”——Deployment 等控制器基于本章的 Pod 机制实现滚动更新、扩缩容与自愈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为什么“内存超限”比“CPU 超限”危险？分别会发生什么？（提示：可压缩 vs 不可压缩）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一个应用启动需要 90 秒，直接配 liveness 会发生什么？startup 探针怎么解决？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钩子里 sleep 5 的常见用途是什么？应用收尾需要 60 秒，要改什么配置？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容器与 sidecar 容器都“在主容器旁做事”，它们的本质区别是什么？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为什么“只设 requests 不设 limits”（内存）在生产上是危险的？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镜像带 :latest 时默认拉取策略是 Always——这带来什么风险？怎么规避？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7200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72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 工作负载与调度 15%）：探针三件套与参数、requests / limits、restartPolicy、imagePullPolicy；优雅终止流程、OOM 退出码 137、Init 容器顺序执行。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Pod 与容器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2026-08-16T12:03:14Z</dcterms:created>
  <dcterms:modified xsi:type="dcterms:W3CDTF">2026-08-16T12:03:14Z</dcterms:modified>
</cp:coreProperties>
</file>