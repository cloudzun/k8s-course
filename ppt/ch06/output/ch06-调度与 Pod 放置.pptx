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 调度与 Pod 放置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两阶段调度 · 节点选择与亲和 · Pod 亲和与拓扑域 · 污点与容忍 · 维护与驱逐保护（drain / PDB）· 综合走查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04 集群资源调度）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7899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解释调度器的两阶段决策过程（过滤 → 打分），知道哪些因素参与过滤与打分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1790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对比四种节点选择手段（nodeSelector / 节点亲和 / 污点容忍 / 手动指定），说出各自适用场景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9751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75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568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解释节点亲和与反亲和的软硬约束（required / preferred）与表达式语法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140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9572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Pod 亲和 / 反亲和的原理与 topologyKey（拓扑域），能设计多副本高可用分布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52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解释污点与容忍的机制、三种 effect 的语义（含 NoExecute 驱逐时间）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7355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说出控制面节点“不跑业务”的实现机制（内置污点）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1246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cordon / drain / uncordon 维护流程与 drain 的驱逐逻辑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169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9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5137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PDB 如何保护驱逐（ALLOWED DISRUPTIONS 计算）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6085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08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459028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综合运用：为一个 Pod 规划完整的落点控制方案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调度器：Pod 落点的决策者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调度的本质：只发生在新 Pod（Pending）上——写 nodeName，kubelet Watch 后拉起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两阶段决策：过滤（一票否决）→ 打分（择优录取）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调度器可替换：schedulerName 指定自定义调度器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Descheduler：补上“运行期再平衡”，闭环资源生命周期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调度的本质与两阶段决策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50876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07008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Pod 创建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（未指定节点）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Pending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7568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196596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2070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过滤 Filtering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/ 亲和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 / 端口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5312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196596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070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打分 Scoring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资源均衡 / Pod 分散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亲和偏好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3056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23760" y="1143000"/>
            <a:ext cx="1371600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2070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 nodeName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（写入 Pod 对象）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node1 不足 ✗ 排除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node2 / node3 候选 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node2 90 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node3 70 分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2376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Watch 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拉起容器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8046720" cy="7772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80360"/>
            <a:ext cx="64008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8803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 = 一票否决（不合格直接排除）；打分 = 择优录取（剩余里选最优）——先保证可行性，再追求均衡性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40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502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核心认知：调度器不直接通知 kubelet“我调给你了”——它只修改 Pod 对象的 spec.nodeName 字段，kubelet 自己 Watch 到才动手（第 2 章“组件只与 apiserver 通信”的又一次体现）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过滤与打分：具体看哪些项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8803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过滤 Filtering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“哪些节点不合格”——硬性条件，不满足直接排除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资源够吗？可用 CPU / 内存 ≥ Pod requests（第 4 章）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满足 nodeSelector 与节点亲和吗？（§6.2 / 6.3）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660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能容忍节点污点吗？（§6.4）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0540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端口冲突 / 主机名 / 磁盘压力 / 节点年龄等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4472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结果：候选节点集合——为空则 Pod 一直 Pending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54864" cy="28803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打分 Scoring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“候选里选谁最优”——各策略加权求和，最高分胜出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8745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资源均衡：剩余 CPU / 内存越均衡分越高（避免挤爆、其他闲置）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3682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Pod 分布：与同应用已有 Pod 尽量分散（反亲和偏好，§6.3）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8620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节点亲和偏好（preferred 部分）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33558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结果：得分最高者被选中，Pod 绑定到它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排障关联：Pod 一直 Pending → kubectl describe pod 看 Events 的 FailedScheduling——报错直接说“哪个条件不满足”（didn't match node selector / Insufficient cpu / Untolerated taint），改对应配置即可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调度器可替换性与 Descheduler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697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调度器可替换（可插拔）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调度器不是“硬编码”的：Pod 可用 schedulerName 字段指定自定义调度器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典型场景：专门处理 GPU 任务的自定义调度器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默认调度器（kube-scheduler）覆盖绝大多数场景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知道“调度策略可插拔”即可（进阶内容）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54864" cy="26974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Descheduler：运行期再平衡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问题：调度器只在 Pod 创建时决策一次——新节点加入、资源碎片化、副本增减后，已运行的 Pod 不会重新平衡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3042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场景：node1 挤满、node3 空着 → 新 Pod 去 node3，但 node1 的旧 Pod 不会自己挪 → 长期“贫富不均”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96265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机制：定期扫描并按策略驱逐（低利用率合并 / 副本分散 / 节点年龄）→ 优雅终止 → 控制器重建、重新调度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776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核心认知：Descheduler 与调度器互补——调度器管“初始放置”，Descheduler 管“运行期再平衡”（配合 Cluster Autoscaler 实现资源生命周期闭环）；教学环境可选装，知道概念即可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节点选择：把 Pod 定向到节点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nodeSelector：最简单，只能“等值匹配”（=）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节点亲和 nodeAffinity：表达式匹配 + 软硬约束（required / preferred）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matchExpressions 运算符：In / NotIn / Exists / DoesNotExist / Gt / Lt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选型：简单等值 → nodeSelector；或 / 非 / 软偏好 → nodeAffinity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nodeSelector：最简单的方式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5087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给节点打标签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label node node2 disktype=ssd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Pod 声明：只调度到带 disktype=ssd 的节点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nodeSelector: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disktype: ssd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80467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889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特点与局限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简单直观，但只能做“等值匹配”（=）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6758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不能表达“或”（ssd 或 nvme）、“非”（不要 CPU 密集节点）、“软性偏好”（最好在 SSD 上，没有也无妨）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0416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需要更强表达力 → 升级到节点亲和（§6.2.2）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实操：实验 04 Lab 1——给节点打标签 + nodeSelector 定向调度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节点亲和/反亲和：表达式的力量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requiredDuringScheduling（硬性）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必须满足，否则不调度——≈ nodeSelector，但更强（支持表达式）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preferredDuringScheduling（软性）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尽量满足，不满足也能调度——打分加权（§6.1.2）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affinity: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nodeAffinity: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requiredDuringSchedulingIgnoredDuringExecution:  # 硬性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nodeSelectorTerms: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matchExpressions: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{ key: disktype, operator: In, values: ["ssd", "nvme"] }  # 或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preferredDuringSchedulingIgnoredDuringExecution:  # 软性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weight: 100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preference: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matchExpressions: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{ key: zone, operator: In, values: ["az-a"] }  # 最好在 az-a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为什么叫“节点亲和”而不是“节点选择”：语义从“我选节点”升级为“节点与我的关系”——可以表达“我偏好在这些节点上”（软性），这是选择器做不到的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表达式语法（operators）与手段选型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operator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值在列表里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匹配多个值（如 ssd、nvme）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值不在列表里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排除某些节点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Exists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键存在（不管值）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节点有该标签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DoesNotExist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键不存在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节点没有该标签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 / 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值大于 / 小于（数值标签）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按数值筛选节点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指定唯一节点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特殊调试（生产不推荐：节点挂了 Pod 就困死）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nodeSelector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等值匹配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简单场景（如“只上 GPU 节点”）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nodeAffinity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表达式 + 软硬约束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需要“或 / 非 / 软偏好”的复杂场景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决策逻辑：简单等值 → nodeSelector；需要表达式或软偏好 → nodeAffinity；nodeName 只在调试时用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亲和/反亲和：Pod 之间的位置关系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反亲和分散副本保高可用；亲和聚合缓存与计算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拓扑域 topologyKey：hostname（节点）/ zone（可用区）/ region（地域）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podAntiAffinity / podAffinity：结构与节点亲和几乎一样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生产标配：topologySpreadConstraints 跨可用区均匀分布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间位置控制与拓扑域（topologyKey）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反亲和（分散）→ 高可用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同一应用的 3 个副本不要放同一台节点——一台挂了，不至于全部副本一起挂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亲和（聚合）→ 数据本地性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4813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缓存服务与计算服务放在同一节点——本地访问快，不跨节点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42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nodeSelector / 节点亲和做不了这个——它们只认节点标签，不关心其他 Pod 在哪（实验 04 Lab 2）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80467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71800"/>
            <a:ext cx="54864" cy="2148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90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topologyKey：用什么维度衡量“同一处”——按哪个标签分组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474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kubernetes.io/hostname：按节点分——同一节点 = 同一拓扑域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80390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topology.kubernetes.io/zone：按可用区分——同一机房 = 同一拓扑域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1330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topology.kubernetes.io/region：按地域分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node1（web-1, web-2）│ node2（web-3）│ node3（　）→ web-1 / web-2 同拓扑域，反亲和避免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核心认知：拓扑域 = “多分散 / 多聚合才算数”的度量单位——同节点分散是默认，跨可用区是生产进阶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podAffinity / podAntiAffinity 与场景设计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23317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affinity: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podAntiAffinity:                       # 反亲和：分散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requiredDuringSchedulingIgnoredDuringExecution: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labelSelector: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matchLabels: { app: web }        # 匹配已运行的 app=web Pod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topologyKey: kubernetes.io/hostname  # 以节点为单位分散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podAffinity:                           # 亲和：聚合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preferredDuringSchedulingIgnoredDuringExecution: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weight: 100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podAffinityTerm: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labelSelector: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matchLabels: { app: cache 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topologyKey: kubernetes.io/hostname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硬性 required：可能导致调度不上——如 5 副本反亲和到 3 节点（每节点最多 1 个），第 4、5 个会一直 Pending；软性 preferred：尽量满足，打分加权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4023360"/>
            <a:ext cx="54864" cy="6400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9651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 多副本高可用分布：3 副本 web + podAntiAffinity(required, hostname) → 每节点最多 1 个副本，一台挂了另两台照常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40233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4023360"/>
            <a:ext cx="54864" cy="6400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409651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 计算与缓存同地：计算 Pod + podAffinity(preferred, app=cache) → 尽量与 cache Pod 同节点，本地读缓存不跨节点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required 反亲和的副本数不能超过拓扑域数（5 副本 × 3 节点 → 2 个永远 Pending）；高可用标准组合 = 反亲和 + PDB + 多副本（PDB 见 §6.5.2）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拓扑分布约束（topologySpreadConstraints）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问题：podAntiAffinity 只能按单一 topologyKey 写死“有则避开”；要“跨可用区均匀分布、任何 zone 的 Pod 数差 ≤ 1”→ topologySpreadConstraints（生产高可用的标配，常与 PDB、反亲和组合）。注意 maxSkew 过严可能导致调度不上（与 required 反亲和同样受节点数约束）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14173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topologySpreadConstraints: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maxSkew: 1                          # 允许的最大分布偏差（≤1 = 尽量均匀）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topologyKey: topology.kubernetes.io/zone   # 按可用区分组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whenUnsatisfiable: DoNotSchedule     # 无法满足：不调度（硬）/ ScheduleAnyway（软）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labelSelector: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matchLabels: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web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  <a:gridCol w="4114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podAntiAffinity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topologySpreadConstraints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“避开已有同标签 Pod”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“按拓扑域均匀分布”（偏差 ≤ maxSkew）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 topologyKey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可配多个约束（跨 zone + 跨节点同时约束）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required / preferred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DoNotSchedule / ScheduleAnyway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简单分散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跨可用区高可用、节点池均衡（生产最佳实践）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污点与容忍：节点的“排斥力”与 Pod 的“通行证”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污点 = 节点主动排斥；容忍 = Pod 的通行证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三种 effect：NoSchedule / PreferNoSchedule / NoExecute（含驱逐时间）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内置污点：control-plane、not-ready、disk-pressure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与亲和是两个独立维度，配合使用（要什么节点 + 能上什么节点）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污点与容忍：排斥力与通行证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0058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24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 Taint——节点的“排斥标记”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444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带污点的节点，默认拒绝没有相应容忍的 Pod（节点主动排斥）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容忍 Toleration——Pod 的“通行证”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444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容忍了某个污点的 Pod，才能被调度到该节点（Pod 主动声明）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node1（污点 dedicated=gpu:NoSchedule）→ 普通 Pod 拒绝 ✗ ｜ 带容忍的 Pod 放行 ✓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effect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典型用途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NoSchedule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不调度新 Pod（已在跑的不管）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节点维护前隔离新负载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PreferNoSchedule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尽量不调度（软性，打分排斥）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偏好性隔离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NoExecute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不调度新 Pod + 驱逐已在跑的（不带容忍的立即被赶走）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节点故障 / 隔离的强手段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NoExecute 驱逐时间：容忍可以带时长——tolerationSeconds: 60 = “容忍 60 秒，之后被驱逐”（故障节点上让 Pod 多活一会儿完成收尾）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800600"/>
            <a:ext cx="8046720" cy="329184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48006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taint nodes node2 dedicated=gpu:NoSchedule    # 打污点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taint nodes node2 dedicated=gpu:NoSchedule-   # 去掉污点（末尾 -）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内置污点：你其实天天在用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828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70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集群默认存在的系统污点——理解了它们，很多“奇怪现象”就通了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控制面节点：node-role.kubernetes.io/control-plane:NoSchedule——这就是“控制面不跑业务 Pod”的实现机制（实验 04 Lab 6 去掉它，让控制面承载负载）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00253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NotReady：node.kubernetes.io/not-ready:NoExecute——节点失联时驱逐其上 Pod（第 16 章排障相关）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3230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磁盘 / 网络压力：node.kubernetes.io/disk-pressure 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108960"/>
            <a:ext cx="64008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 之谜解开（第 5 章遗留问题）：calico-node 能上控制面，是因为清单里显式写了 tolerations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023360"/>
            <a:ext cx="54864" cy="9601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补充：DaemonSet 的 Pod 自动容忍“节点故障类”污点（not-ready / unreachable / disk-pressure 等，由 DaemonSet 控制器默认注入，保证节点异常时守护组件不被驱逐）；但 control-plane 污点不会自动容忍（实验 04 Lab 7 演练过）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应用场景与“污点 vs 亲和”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468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专用节点：GPU 节点打 dedicated=gpu:NoSchedule，只有带容忍的 AI 任务能上（防普通任务挤占 GPU）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节点隔离：节点出问题，先 NoExecute 驱逐业务，再维护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控制面保护：内置 control-plane 污点（§6.4.3）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026664"/>
            <a:ext cx="3474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混合环境：隔离“测试节点”与“生产节点”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54864" cy="24688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 vs 亲和：两个独立维度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1572768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谁主动：亲和（nodeAffinity / podAffinity）= Pod 主动挑（Pod → 节点：“我要去哪”）；污点 / 容忍 = 节点主动拒（节点 → Pod：“我不要谁”）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两者同时生效：先过滤双方条件，配合使用——亲和“要什么节点”+ 容忍“能上什么节点”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生产常用组合：GPU 任务 = nodeAffinity（要 gpu=true 的节点）+ tolerations（容忍 gpu 污点）——既要“我要 GPU 节点”，也要“GPU 节点愿意收我”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实操：实验 04 Lab 3——给节点打污点 + Pod 加容忍，亲手验证“排斥力与通行证”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节点维护与驱逐保护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维护三步曲：cordon → drain → uncordon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drain 驱逐走优雅终止，业务无感迁移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PDB：约束主动驱逐的副本数（ALLOWED DISRUPTIONS 计算）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核心服务必配 PDB——否则一次维护可能全量中断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维护三步曲：cordon / drain / uncordon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cordon node2                       # ① 隔离：标记不可调度（已有 Pod 不受影响）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drain node2 --ignore-daemonsets    # ② 排空：驱逐所有业务 Pod（到其他节点）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节点维护 ... ]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uncordon node2                     # ③ 恢复：重新可调度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86000"/>
            <a:ext cx="54864" cy="1828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cordon 隔离（挡新）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只挡新 Pod——等于打上 node.kubernetes.io/unschedulable 标记；已有 Pod 不受影响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2286000"/>
            <a:ext cx="54864" cy="18288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drain 排空（驱逐）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72491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驱逐 Pod 走优雅终止：摘流量 → preStop → SIGTERM；--ignore-daemonsets 跳过 DaemonSet（控制器会在节点恢复后自动重建，驱逐无意义）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514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286000"/>
            <a:ext cx="54864" cy="18288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uncordon 恢复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72491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去掉隔离标记，节点重新可调度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drain 是安全的：驱逐逐个进行、每个都走优雅终止——业务无感迁移（配合 PDB，见 §6.5.2）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实操：实验 04 Lab 4——drain + uncordon 节点排空与恢复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PodDisruptionBudget：驱逐的保险丝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问题：drain node2 时，如果 node2 上正好有某应用的全部 3 个副本——一次全驱逐 = 服务中断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policy/v1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PodDisruptionBudget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web-pdb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minAvailable: 2          # 至少保持 2 个可用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web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017520"/>
            <a:ext cx="54864" cy="5943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0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 DISRUPTIONS = 当前可用副本数 − minAvailable = 3 − 2 = 1  →  kubectl get pdb 显示：web-pdb  MIN AVAILABLE 2  ALLOWED DISRUPTIONS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749040"/>
            <a:ext cx="54864" cy="8686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22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只约束“主动驱逐”（drain 等自愿中断）——节点宕机、Pod 崩溃等非自愿中断不归它管（控制器照样重建）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1879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只保护“副本数量”不保护“可用性”——若 3 副本里 2 个 CrashLoop（readiness 失败），PDB 可能直接阻止 drain（可用数已低于 minAvailable）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7091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生产实践：核心服务（数据库 / 网关 / 所有多副本应用）必须配 PDB——否则一次节点维护就可能造成全量中断；minAvailable（保底）与 maxUnavailable（上限）二选一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综合走查：一个 Pod 的完整落点决策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带完整约束的 gpu-job（期望：3 副本、要 GPU 节点、副本分散、容忍 GPU 污点）从创建到落点：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过滤（阶段一）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资源：节点剩余 ≥ requests？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节点亲和：gpu=true？（required）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污点：GPU 污点 → 有容忍？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反亲和：该节点已有副本？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候选节点集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417320"/>
            <a:ext cx="54864" cy="2377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打分（阶段二）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15768" y="182880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资源均衡度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preferred 偏好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（如“优先 zone-a”）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选出最优节点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17320"/>
            <a:ext cx="54864" cy="2377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绑定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182880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Pod.nodeName = node2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kubelet Watch 到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拉起容器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1417320"/>
            <a:ext cx="18745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1417320"/>
            <a:ext cx="54864" cy="23774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830568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运行时保护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30568" y="182880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节点维护 drain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PDB 限同时驱逐数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（minAvailable=2）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优雅终止迁移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业务无损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977640"/>
            <a:ext cx="54864" cy="6400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507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设计顺序建议：先定“应用类型与副本数”（第 5 章）→ 再定“落点约束”（节点亲和 + 污点容忍 + Pod 反亲和）→ 最后加“运行期保护”（PDB + 探针）——三层约束各有职责，缺一不可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7365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对应实验 04“集群资源调度”（7 个 Lab）：labels/nodeSelector → 亲和 → taint/tolerations → drain → PDB → 控制面承载 → DaemonSet 上控制面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424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42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2412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调度本质：新 Pod（Pending）→ 调度器两阶段（过滤硬条件 + 打分选最优）→ 写 nodeName → kubelet 拉起；调度器可替换（schedulerName），Descheduler 补“运行期再平衡”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490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47218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过滤项：资源 / 亲和 / 污点容忍 / 端口等（一票否决）；打分项：资源均衡 / Pod 分散 / 软偏好（择优录取）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节点选择：nodeSelector（等值 =）→ nodeAffinity（表达式 + 软硬约束）——要“或 / 非 / 软偏好”用亲和；nodeName 仅调试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3865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682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亲和：topologyKey 定义“同一处”（hostname = 同节点、zone = 同可用区）；反亲和分散副本保高可用——副本数 ≤ 拓扑域数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1635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 / 容忍：节点主动拒（NoSchedule 挡新 / NoExecute 连旧一起驱逐，tolerationSeconds 延迟驱逐）；内置污点解释“控制面不跑业务”与“DaemonSet 上控制面”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2826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644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维护三步曲：cordon（挡新）→ drain（驱逐，走优雅终止）→ uncordon（恢复）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1246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PDB：只保护“主动驱逐”的副本数（ALLOWED = 可用数 − minAvailable）——核心服务必配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1788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605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三层设计：副本数（第 5 章）+ 落点约束（本章）+ 运行期保护（PDB / 探针）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7 章讲“资源不够了怎么办”——扩缩容（HPA）与资源治理（requests / limits 体系、LimitRange、ResourceQuota）；调度器过滤里的“资源”就是第 7 章的主角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0642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06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789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调度器过滤阶段和打分阶段各回答什么问题？举一个“过滤通过但打分靠后”的例子。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9105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563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nodeSelector 与 nodeAffinity 的本质区别是什么？什么场景必须用亲和？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0482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个副本配 podAntiAffinity(required, hostname) 在 3 节点集群会发生什么？为什么？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5328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taint 的 NoExecute 与 NoSchedule 的区别？容忍里 tolerationSeconds: 60 是什么意思？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449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DaemonSet 的 Pod 能跑到带 control-plane 污点的控制面节点上？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2958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502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PDB 能防止节点宕机导致的业务中断吗？为什么？（提示：自愿 vs 非自愿中断）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014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9867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设计一个“GPU 推理服务”的落点方案：要 GPU 节点、副本分散、节点维护时业务无损——需要哪几层配置？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804672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526280"/>
            <a:ext cx="45720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2：工作负载与调度 15%）：必考命令 kubectl label node / taint / cordon / drain / uncordon / get pdb；必考机制 两阶段调度、nodeAffinity（required/preferred + matchExpressions）、podAntiAffinity + topologyKey、污点三种 effect、PDB 计算（minAvailable / maxUnavailable）；高频场景题 专用节点 / 分散高可用 / 维护窗口 → 配置对应机制；排障关联（域 5）：FailedScheduling → describe 看 Events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调度与 Pod 放置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2026-08-16T12:03:14Z</dcterms:created>
  <dcterms:modified xsi:type="dcterms:W3CDTF">2026-08-16T12:03:14Z</dcterms:modified>
</cp:coreProperties>
</file>