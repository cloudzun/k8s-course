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 自动扩缩与资源治理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 · HPA 水平扩缩 · VPA / CA / KEDA · 资源治理三层防线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05）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解释指标链路：kubelet → metrics-server → metrics API，知道 HPA 与 kubectl top 的数据来源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HPA 工作原理（控制循环 + 指标 → 期望副本数），说出指标类型与计算公式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HPA 伸缩节奏（稳定窗口/冷却）与 behavior 精细控制策略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区分三种扩缩的定位：HPA 水平 / VPA 垂直 / ClusterAutoscaler 节点级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解释资源治理三层防线：requests/limits → LimitRange → ResourceQuota 的管辖范围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393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LimitRange 与 ResourceQuota 的拒绝机制（准入控制，Forbidden / exceeded quota）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422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说出“没有限制”与“限制过严”的风险，能设计合理的资源治理方案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指标链路：扩缩容的数据基础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metrics-server：集群内的指标采集器（kube-system 里的 Deployment）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链路：kubelet（cAdvisor）→ metrics-server → metrics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消费方：kubectl top（人看）与 HPA 控制器（机器用）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指标链路：扩缩容的数据基础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requests/limits 是静态声明；“实际用了多少”需要动态数据——这就是 metrics-server 的角色。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2880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节点上的容器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kubelet（cAdvisor）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CPU/内存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04872" y="184708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82880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metrics-server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从各节点拉取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聚合为标准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62272" y="184708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82880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metrics.k8s.io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暴露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标准接口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19672" y="184708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1554480"/>
            <a:ext cx="1828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top（人看）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HPA（机器用）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88036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2990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谁提供“用量数据”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6384" y="333756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集群内指标采集器（kube-system 里的 Deployment，实验 05 Lab 1 安装）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从每个节点的 kubelet（cAdvisor）拉取 CPU/内存实际用量，聚合后暴露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880360"/>
            <a:ext cx="54864" cy="12801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6" name="Text 24"/>
          <p:cNvSpPr/>
          <p:nvPr/>
        </p:nvSpPr>
        <p:spPr>
          <a:xfrm>
            <a:off x="4901184" y="2990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注意：实时用量不存历史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01184" y="333756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metrics-server 只提供实时用量（不存历史）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历史趋势与告警需要 Prometheus 这类完整监控（第 15 章可观测性展开）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核心认知：没有 metrics-server，kubectl top 无数据、HPA 也无法工作（指标未知 → 无法决策）——实验 05 Lab 1 是 HPA 的前提。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HPA：水平自动扩缩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原理：控制循环 + 指标 → 期望副本数（周期约 15 秒）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指标类型（autoscaling/v2）：Utilization / AverageValue / Value / 自定义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伸缩节奏：稳定窗口防抖动，behavior 精细控制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局限与注意：指标延迟、只认 requests、与手动 scale 的关系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原理：又一个控制循环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HPA（HorizontalPodAutoscaler）把第 2 章的控制循环应用在“副本数”上——声明目标 CPU 60%、副本 2-10，剩下的交给它。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82880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读指标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（当前利用率）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04872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572768"/>
            <a:ext cx="182880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计算期望副本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× 利用率比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62272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572768"/>
            <a:ext cx="1828800" cy="96012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期望 ≠ 当前？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修改 replicas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9672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1572768"/>
            <a:ext cx="182880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修改 replicas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 补齐/缩减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6700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循环永不停止（周期约 15 秒）——只有“期望 ≠ 当前”才修改 replicas；“否”→ 回到 ① 继续观察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154680"/>
            <a:ext cx="54864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计算示例：副本 3 · 目标 CPU 60% · 当前利用率 90%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期望副本 = 3 × (90% / 60%) = 4.5 → 取整 5 → replicas 3 → 5（扩容）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注意：修改 replicas 只是改“期望状态”——真正补齐/缩减 Pod 的是 ReplicaSet（第 5 章）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指标类型（autoscaling/v2）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autoscaling/v2 支持四种指标类型——前三种内置，自定义/外部指标需要适配器（进阶）。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Utilization（利用率）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实际用量 / requests 的百分比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利用率 60%（最常用）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AverageValue（平均值）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每副本的平均绝对用量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每副本内存 200Mi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Value（总值）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整个工作负载的总量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总请求数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自定义/外部指标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Prometheus 等来源（需适配器）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QPS、队列长度（进阶）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核心：Utilization 的分母是 requests（不是节点容量）——HPA 的准确性依赖 requests 设置合理（第 4 章资源模型的意义又一处体现）。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伸缩节奏与 behavior 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指标是波动的——利用率在 59%/61% 间跳会让副本不停增减（抖动）。HPA 用稳定窗口平滑：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scaleUp 稳定窗口（扩容）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0116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0 秒，可配置如 60s：利用率持续超目标这么久才扩容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4320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scaleDown 稳定窗口（缩容）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5 分钟：利用率持续低于目标这么久才缩容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3547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缩容比扩容谨慎——扩错了最多多花钱，缩错了会扛不住流量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554480"/>
            <a:ext cx="4297680" cy="2423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554480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scaleUp: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stabilizationWindowSeconds: 60     # 扩容稳定窗口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policies: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type: Percent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100                       # 一次最多翻倍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periodSeconds: 60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scaleDown: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stabilizationWindowSeconds: 300    # 缩容稳定窗口（默认 5 分钟）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policies: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type: Percent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50                        # 一次最多缩一半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14800"/>
            <a:ext cx="54864" cy="713232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879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生产要点：默认行为（5 分钟缩容稳定窗口）通常够用；关键业务可收紧 scaleUp 窗口（更快扩容）、拉长 scaleDown 窗口（更稳的缩容）。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局限与注意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指标延迟：metrics-server 采集有延迟（约 15 秒），HPA 决策滞后于流量变化——突发流量要预留余量（目标利用率别设 90%，留 60-70%）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80467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01952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0195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最小/最大副本：minReplicas 保底（应对冷启动）、maxReplicas 封顶（防止失控扩容）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8046720" cy="6217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15184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与手动 scale 的关系：手动 kubectl scale 会被 HPA 覆盖（HPA 是权威）——要调整 HPA 的 min/max 而不是手动 scale，不要混用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80467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28416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2841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与资源模型的关系：HPA 只认 requests——Pod 没配 requests，CPU 利用率指标不可用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224528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排障提示（CKA 域 5）：HPA 副本不动的排查先看两件事——metrics-server 是否就绪、Pod 是否配了 requests。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垂直扩缩与集群扩缩：另外两个维度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VPA：自动调整 requests/limits（垂直），需重建 Pod（v1.27+ 可原地）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ClusterAutoscaler：节点级扩缩，云环境自动增减机器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三种扩缩的定位与决策逻辑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KEDA：事件驱动自动扩缩（进阶）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VPA 与 7.3.2 ClusterAutoscaler：另外两个维度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697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VPA（Vertical Pod Autoscaler）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7373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原理：根据历史用量自动调整 Pod 的 requests/limits（而不是副本数）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176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为什么需要：应用需求会变（内存膨胀、业务高峰），人工调 requests 很烦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2615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机制：VPA 建议 → 修改 Deployment 模板 → 滚动更新（需重建 Pod 生效）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305409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注意：VPA 与 HPA 在 CPU/内存上不能同时用——常用“VPA 调 requests + HPA 管副本”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v1.27+ In-place Pod Resource Updates：不重启 Pod 原地更新资源字段（v1.36 已支持）——对重启敏感的有状态服务意义重大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54864" cy="2697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ClusterAutoscaler（CA）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01184" y="17373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原理：集群资源不足时自动增减节点（云环境，调用云厂商 API）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01184" y="2176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触发：Pod 挤满所有节点（调度过滤失败 Pending）→ 加节点；节点长期空闲 → 减节点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01184" y="2615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注意：需要云环境——裸机集群无法自动加机器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01184" y="305409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 HPA 配合：形成“应用级 + 节点级”双层弹性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01184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排障线索：Pod 长时间 Pending → 检查集群容量与 CA 是否扩容（结合第 6 章调度）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41648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14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 HPA（无状态应用的水平扩展是首选）；副本数不能随便加（有状态/单实例）→ VPA；节点容量瓶颈 → ClusterAutoscaler。三者可以组合（生产标准组合：HPA + CA）。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三种扩缩的定位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828800"/>
                <a:gridCol w="233172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调整什么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生效方式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HPA（水平）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副本数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立即（改 replicas）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无状态应用，最常用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VPA（垂直）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requests/limits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需重建 Pod（v1.27+ 可原地）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有状态/不好水平扩展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ClusterAutoscaler（节点级）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分钟级（云 API）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集群容量不足时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93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 HPA → 副本数不能随便加（有状态/单实例）用 VPA → 节点容量瓶颈用 ClusterAutoscaler；三者可以组合（生产标准：HPA + CA）。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9776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977640"/>
            <a:ext cx="54864" cy="960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0690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KEDA：事件驱动自动扩缩（进阶）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37083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 只认 CPU/内存；消息队列堆积（Kafka/RabbitMQ 积压 1 万条 → 加消费者）正是 KEDA 场景——内置 70+ Scaler 直接读外部指标，以“自定义指标源”接入 HPA，用 ScaledObject 声明“队列长度 &gt; N 扩到 M”。决策：标准 CPU/内存 → HPA；事件驱动 → KEDA。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资源治理三层防线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第一层：requests/limits——Pod 自己声明（自觉）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第二层：LimitRange——命名空间内约束单个 Pod（默认值 + 上下限）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第三层：ResourceQuota——命名空间内约束总量（防膨胀）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三层协作、设计建议与多租户治理体系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第一、二层：requests/limits 与 LimitRange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7772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124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第一层：requests/limits（Pod 自己声明）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1417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每容器声明“要多少 / 最多用多少”（实验 02 Lab 10）。问题：靠自觉——Pod 不写就没有；写小了节点可能超卖；写大了浪费。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第二层：LimitRange——命名空间级别给“单个对象”设默认值与上下限（准入控制实现，第 12 章展开）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323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校验：Pod 声明超出范围 → 创建被拒（Forbidden）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9809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填充：Pod 没声明 → 自动补默认值（防止“裸奔”Pod——最重要的一条）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529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约束：统一命名空间的资源声明口径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395728"/>
            <a:ext cx="3566160" cy="16916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239572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命名空间 dev 的 LimitRange：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 必须 50m~2 核、内存 32Mi~1Gi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没写 requests/limits → 自动填默认值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dev apply -f lr-pod.yaml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 4 核 &gt; 上限 2 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from server (Forbidden):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maximum cpu usage per Pod is 2,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request is 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245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核心认知：LimitRange 解决“单个 Pod 不守规矩”——要么超限被拒（Forbidden），要么没写被填默认值。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第三层：ResourceQuota（约束命名空间总量）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约束整个命名空间的累计用量——所有 Pod 的 requests/limits 加起来不能超过配额；超配额 → 新对象创建被拒；资源释放后自动恢复；还能配额对象数量（pods/services/pvc 等）防无限膨胀。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9776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64208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命名空间 dev 的 ResourceQuota：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requests.cpu: 10 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requests.memory: 20Gi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limits.cpu: 20 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limits.memory: 40Gi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pods: 100    services: 50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pvc: 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664208"/>
            <a:ext cx="39776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664208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超过配额 → 创建被拒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dev apply -f new-pod.yaml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from server (Forbidden):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exceeded quota: dev-quota,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requested: requests.cpu=500m,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used: requests.cpu=9.7,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limited: requests.cpu=10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排障关联（CKA 域 5）：创建 Pod 报 exceeded quota → 看报错里的 Used / Hard——报错直说超了哪个配额，删除占用后自动恢复。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三层协作与设计建议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37744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Requests/Limits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（Pod 声明，自觉）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44368" y="1527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37744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（单 Pod 上下限 + 默认值，强制）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79008" y="1527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377440" cy="96012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ResourceQuota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（命名空间总量，防膨胀）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95728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395728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3957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三层是“递进约束”：自觉声明 → 命名空间内强制单 Pod 默认值与上下限 → 兜底总量；后两层都在准入控制执行（创建时拦截，第 12 章展开原理）。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设计建议（生产视角）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01568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511296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每个生产命名空间都配 ResourceQuota（总量兜底）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配 LimitRange 的 default——强制每个 Pod 都有 requests（HPA 依赖它、调度依赖它）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401568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401568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3511296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测试命名空间配额可以小（倒逼省资源）；生产按业务量评估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拒绝机制都在准入控制：Forbidden / exceeded quota（创建时拦截）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设计指南：多租户治理体系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命名空间规划模型（按组织规模选）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模型一：按环境划分（小团队）     dev / staging / production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模型二：按团队 × 环境（中型组织）  team-order-dev / team-payment-prod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929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模型三：按业务域划分（大型组织）  domain-trade / domain-payment（跨域 NetworkPolicy 隔离，第 9 章）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04288"/>
          <a:ext cx="80467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063240"/>
                <a:gridCol w="1463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隔离强度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逻辑隔离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Namespace + RBAC（第 11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同信任域内团队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资源隔离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ResourceQuota + LimitRange（本章）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 Noisy Neighbor（吵闹邻居）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网络隔离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NetworkPolicy（第 9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跨团队安全边界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 节点隔离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Taint/Toleration + 专用节点池（第 6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合规/安全敏感负载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793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超卖策略：测试 200-300%（requests 低、limits 高，允许争抢）· 生产 120-150%（requests 接近实际用量）· 核心服务 100%（Guaranteed QoS）；监控：节点实际利用率 ÷ requests 总和 &gt; 85% 触发扩容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实验演练指引（实验 05“资源管理和监控”）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本章机制对应配套实验手册实验 05（4 个 Lab），动手验证“指标 → HPA → 配额”全链路。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安装 metrics-server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指标链路的数据源——装好后 kubectl top node/pod 有数（requests/limits 基础在实验 02 Lab 10）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54864" cy="1234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启用 HPA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01184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autoscaling/v2 配置 CPU/内存指标，压测观察副本数自动增减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3464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44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LimitRange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min/max/default/defaultRequest——超限 Forbidden、缺省自动填充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464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2944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ResourceQuota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01184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配额观察——超配额拒绝、资源释放后自动恢复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 是 HPA 的前提（无指标无决策）；Lab 3/4 对比记忆——LimitRange 管单个、ResourceQuota 管总量。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61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指标链路：kubelet（cAdvisor）→ metrics-server → metrics API → kubectl top / HPA——没 metrics-server 就没有 HPA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28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28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824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HPA：控制循环 + 指标 → 期望副本数（当前 × 利用率比）；Utilization 分母是 requests；稳定窗口防抖动（缩容默认 5 分钟）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95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494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三种扩缩：HPA 水平（加副本，首选）/ VPA 垂直（调 requests，需重建）/ CA 节点级（云环境加机器）——生产组合 HPA + CA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163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三层防线：requests/limits（自觉）→ LimitRange（单 Pod 默认值/上下限，强制有 requests）→ ResourceQuota（命名空间总量）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拒绝机制都在准入控制：超限 Forbidden、超配额 exceeded quota——创建时拦截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959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502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 与资源模型联动：requests 设得准 → 调度准、HPA 准、配额准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8 章配置管理（ConfigMap/Secret）——资源治理管“用多少”，配置管理管“怎么配”。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metrics-server 时，HPA 会怎样？kubectl top 会怎样？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 计算期望副本数时，为什么“当前利用率 / 目标利用率”用乘法？（提示：比例关系）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94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为什么缩容稳定窗口默认比扩容长？极端情况下把两个窗口都设 0 会怎样？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706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 Pod 没配 requests，HPA 的 CPU 利用率指标为什么不可用？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LimitRange 与 ResourceQuota 的管辖范围分别是什么？“exceeded quota”和“Forbidden: maximum cpu”分别来自哪层？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为什么生产建议给每个命名空间配 LimitRange 的 default？（提示：HPA/调度/配额都依赖 requests）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2/5）：kubectl autoscale --cpu=50% --min=2 --max=10；HPA 公式与稳定窗口；LimitRange 的 Forbidden 与 default 填充；ResourceQuota 的 exceeded quota；场景题：按需求配置资源治理。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扩缩容与资源治理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2026-08-16T12:03:14Z</dcterms:created>
  <dcterms:modified xsi:type="dcterms:W3CDTF">2026-08-16T12:03:14Z</dcterms:modified>
</cp:coreProperties>
</file>