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 配置管理：ConfigMap 与 Secret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配置外部化 · ConfigMap 卷挂载与 env 注入 · Secret 与 base64 · Downward API · 生产实践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06）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解释“配置外部化”的必要性：镜像不可变、多环境复用、敏感信息暴露三大痛点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ConfigMap 的本质，以及两种消费方式（卷挂载 vs 环境变量）的机制差异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解释“卷挂载支持热更新、env 注入需要重启”的底层原因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Secret 与 ConfigMap 的关系，理解“base64 是编码不是加密”的深刻含义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Secret 的四种类型及各自用途（Opaque / tls / dockerconfigjson / service-account-token）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区分外部配置（ConfigMap / Secret）与自身元数据（Downward API）的界限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 Secret 的安全边界：RBAC 收紧、etcd 静态加密、最小权限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256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设计一个应用的完整配置方案：哪些进 ConfigMap、哪些进 Secret、哪些进 Downward API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为什么需要“配置外部化”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三个痛点：镜像不可变被破坏、多环境无法复用、敏感信息暴露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十二要素（12-Factor）核心：配置与代码分离——同一份镜像跑所有环境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K8s 的答案：ConfigMap（非敏感）+ Secret（敏感），机制几乎一样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承上启下：第 4 章 env/command 硬编码 → 本章把配置“抽”出来统一管理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为什么需要“配置外部化”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章的 env / command 把配置写死在容器里——本章把配置从镜像 / yaml 中“抽”出来统一管理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523744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35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镜像不可变被破坏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镜像一旦构建就不该改；改配置就得重新构建镜像、重新发布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325880"/>
            <a:ext cx="2523744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32588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435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多环境无法复用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 / test / prod 的数据库地址、日志级别不同；写死一份只能服务一个环境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1325880"/>
            <a:ext cx="2523744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325880"/>
            <a:ext cx="54864" cy="15544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1435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敏感信息暴露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54496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密码写进 yaml → 进 Git → 泄密；写进镜像 → 所有拉取镜像的人都能看到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035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的答案：两个专用对象（机制几乎一样，唯一的本质区别是数据的敏感程度）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383280"/>
            <a:ext cx="54864" cy="71323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56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ConfigMap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34564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非敏感配置：连接串、开关、日志级别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38328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383280"/>
            <a:ext cx="54864" cy="713232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4564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4564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敏感配置：密码、Token、证书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十二要素（12-Factor）核心：配置与代码分离——同一份镜像，通过注入不同的配置运行在不同环境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ConfigMap：非敏感配置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本质：一个“键值对仓库”（data 区）——键可以是短值，也可以是整个文件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两种消费：卷挂载（键变文件）vs 环境变量注入（键变变量）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核心差异：卷挂载支持热更新，env 注入需要重启 Pod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经典陷阱：subPath 单文件挂载丧失热更新；immutable 与 Reloader 是生产方案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ConfigMap 的本质与创建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4846320" cy="22860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ConfigMap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app-config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LOG_LEVEL: info        # 键值对（短配置）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APP_PORT: "8080"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app.conf: |            # 键=文件名（长配置）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server.port=8080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server.timeout=30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3017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77840" y="1051560"/>
            <a:ext cx="54864" cy="22860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1143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本质：键值对仓库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06440" y="155448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data 区 = 键值对集合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06440" y="19019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短配置：键 = 开关 / 参数，值 = 字符串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224942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长配置：键 = 文件名，值 = 整个文件内容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259689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一个 CM 可同时装两类配置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29443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非敏感：连接串、开关、日志级别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56616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57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创建方式（实验 06 Lab 1 / Lab 2）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00507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configmap app-config --from-literal=LOG_LEVEL=info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4242816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configmap app-config --from-file=app.conf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48056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configmap app-config --from-file=conf.d/    # 目录：每文件一个键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471830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configmap.yaml                            # 声明式（生产推荐）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两种消费方式：卷挂载 vs env 注入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3931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32461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卷挂载：键变文件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352044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5087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volumeMounts: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config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mountPath: /etc/app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volumes: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config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configMap: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app-config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挂载后每个键变成一个文件：/etc/app/ 下有 LOG_LEVEL、APP_PORT、app.conf——适合“读配置文件”的应用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93192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3246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env 注入：键变变量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508760"/>
            <a:ext cx="352044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0" y="15087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app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LOG_LEVEL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valueFrom: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configMapKeyRef: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name: app-config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key: LOG_LEVEL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只把指定的键注入为环境变量——适合“读环境变量”的应用（12-Factor 风格）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共同点：数据都来自同一个 ConfigMap；区别只在“形态”——文件还是环境变量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7731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读图要点：判断依据是“形态 + 读取方式”——配置文件 → 卷挂载；少量键值且应用读 env → env 注入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两种方式对比与热更新原理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卷挂载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env 注入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 → 文件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 → 环境变量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应用读取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读文件（配置类应用）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读环境变量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热更新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 CM 后文件自动更新，无需重启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改后需重启 Pod 才生效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配置文件、整个 conf 目录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少量开关、连接参数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热更新的底层原理（重要）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34747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47472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547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卷挂载 → 为什么能热更新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8770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定期把 ConfigMap 同步到本地缓存目录，挂载是“软链 / 绑定挂载”——CM 变了，文件内容跟着变（应用是否重读文件取决于实现）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34747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474720"/>
            <a:ext cx="54864" cy="10515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35478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 → 为什么不能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892040" y="38770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环境变量是“进程启动时”注入的——进程已经跑起来，改 env 进不到正在运行的进程，只能重启 Pod（新 Pod 用新值）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4645152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4645152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645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决策逻辑：需要频繁改配置、应用读文件 → 卷挂载（热更新）；少量一次性参数、应用读 env → env 注入。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subPath 陷阱与生产性能方案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4160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25603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subPath 挂载陷阱（经典坑，必读）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只挂 ConfigMap 里的单个文件：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3749040" cy="914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1783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volumeMounts: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config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mountPath: /etc/nginx/nginx.conf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subPath: nginx.conf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subPath 是“直接复制文件”（不做软链接）——ConfigMap 更新后文件不会跟着变，彻底丧失热更新，只能重启 Pod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决策：适合“只挂单文件 + 配置基本不变”；要热更新别用 subPath（挂整个目录）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1051560"/>
            <a:ext cx="3703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051560"/>
            <a:ext cx="54864" cy="1234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143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immutable：不可变（省轮询）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48132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immutable: true 后禁止修改（只能删了重建）；kubelet 不再轮询检查变化 → 大规模集群控制面压力大幅下降；适合公共证书、系统级配置等“基本不变”的配置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423160"/>
            <a:ext cx="3703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423160"/>
            <a:ext cx="54864" cy="1188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5146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Reloader：热更新自动化（第三方）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85292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自动监听 ConfigMap / Secret 变化 → 滚动重启关联 Deployment，解决 env / subPath 不能热更新的自动化问题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34015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注解标记：reloader.stakater.com/auto: "true"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8862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886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生产组合：配置文件卷挂载（热更新）+ 少量参数 immutable（省轮询）+ 需要重启生效的场景用 Reloader 自动滚动。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Secret：敏感配置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结构与 ConfigMap 几乎一样，差别在：base64 编码、默认不显示内容、有类型字段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重要认知：base64 是编码不是加密——安全靠 RBAC + etcd 加密 + 最小权限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四种类型：Opaque / tls / dockerconfigjson / service-account-token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两个系统级消费特例：Ingress TLS 与 imagePullSecrets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与 ConfigMap 的关系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475488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v1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Secret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mysql-pass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Opaque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d29yZHByZXNzMTIz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值必须 base64 编码（"wordpress123"）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532120" y="1051560"/>
            <a:ext cx="30632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532120" y="105156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ConfigMap 的差别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值必须 base64 编码（CM 是明文）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describe / get 默认不显示内容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60720" y="228600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有 type 类型字段（§8.3.3）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0" y="26517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RBAC 可单独收紧授权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60720" y="30175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消费方式相同：secret 卷 / secretKeyRef，挂载后自动还原明文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secret mysql-pass -o yaml → 密文直接可读、秒还原（实验 06 Lab 4 亲手验证）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base64 只是“字节 → 可打印字符”的编码，任何人都能解码——“传输 / 存储格式”不等于安全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base64 是编码不是加密：任何人拿到 yaml 都能秒解码——Secret 的真正安全依赖 RBAC + etcd 静态加密 + 最小权限（CKA 认知考点）。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的四种类型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38328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键要求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Opaque（默认）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通用敏感值：密码 / Token / API Key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任意键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kubernetes.io/tls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TLS 证书（Ingress 的 HTTPS）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 tls.crt + tls.key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kubernetes.io/dockerconfigjson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私有镜像仓库凭据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 .dockerconfigjson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kubernetes.io/service-account-token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 令牌（系统使用）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自动管理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246120"/>
            <a:ext cx="54864" cy="914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337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两个“非通用”消费特例（不经 env / 卷，被系统直接引用）：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6301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类型 → Ingress 的 spec.tls.secretName（实验 07 Ingress TLS）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dockerconfigjson 类型 → Pod 的 imagePullSecrets（拉私有镜像时用它认证）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secret tls my-tls --cert=cert.crt --key=key.key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secret docker-registry regcred --docker-server=HOST --docker-username=USER --docker-password=PASS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的安全边界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消费方式与 ConfigMap 完全相同（卷 / env + 两个系统级特例）——区别只在数据敏感性：Secret 更“金贵”，只给需要的 Pod 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54864" cy="7772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收紧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34640" y="13716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secret 就是拿到全部值——Secret 的读权限要单独授权（第 11 章授权机制）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4028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40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静态加密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22402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etcd 里 Secret 是明文存储——配 EncryptionConfiguration 落盘加密，防备份泄露（实验 09 Lab 9）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08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34640" y="31089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Secret 只给需要的命名空间 / 应用；不用的不创建、不授权；定期轮换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977640"/>
            <a:ext cx="54864" cy="7772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776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外部密钥管理（进阶）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834640" y="39776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生产可接 External Secrets（Vault / AWS Secrets Manager），集群里不落明文——知道存在即可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45152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645152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645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一句话：把 base64 当加密是新手最常见的误解——Secret 的安全永远靠“权限 + 加密存储”，而不是编码本身。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8.4-8.6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Downward API 与生产实践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8.4 Downward API：注入“自己是谁”——Pod 自身元数据，与外部配置界限分明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8.5 最佳实践：配置全进对象、按敏感性分流、Secret 最小权限、多环境复用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8.6 实验 06“ConfigMap 和 Secret”：5 个 Lab + 2 个补充实操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Downward API：注入“自己是谁”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 §4.5.4 已讲过 Downward API（实验 06 补充实操）——本章对比，建立“三种注入”的完整图景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283464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注入来源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ConfigMap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数据库地址、开关、配置文件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应用“要什么”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Secret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外部敏感配置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密码、Token、证书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应用“凭什么”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Downward API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自身元数据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Pod 名、命名空间、节点名、labels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应用“我是谁”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375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3337560"/>
            <a:ext cx="54864" cy="9144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429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应用容器（env / 卷 两种注入通道）：ConfigMap → 外部配置（8.2） · Secret → 敏感配置（8.3） · Downward API → 自身元数据（§4.5.4）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822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判断标准：数据是“环境给的”（CM / Secret）还是“我自己身上的”（Downward）？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注入字段：fieldRef env（Pod 名 / 命名空间 / 节点名）+ downwardAPI 卷（labels / annotations 写进文件）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配置管理最佳实践 · 实验演练指引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44805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3383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最佳实践（生产）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1563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63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536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配置全进对象：Deployment yaml 零硬编码（地址 / 密码 / 开关不出现）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20482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48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0208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按敏感性分流：非敏感 → ConfigMap；敏感 → Secret（别全放 CM）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532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5054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文件名即配置：配置文件用卷挂载（热更新）；少量参数用 env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0175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990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最小权限：RBAC 收紧 + etcd 加密 + 定期轮换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474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多环境复用：同一镜像 + 不同命名空间的 CM/Secret = 一套镜像跑 dev/prod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39867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986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9593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修改流程：改 CM（卷方式）→ 自动热更新；改 env → 滚动重启 Pod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12080" y="1051560"/>
            <a:ext cx="33832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0" y="1051560"/>
            <a:ext cx="54864" cy="33832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143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06 指引（5 Lab + 2 补充）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15361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Lab 1 文件型 CM：--from-file + 卷挂载进 mysql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Lab 2 键值对 CM：--from-literal、键变文件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0" y="237744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Lab 3 env 映射：configMapKeyRef 注入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27980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Lab 4 Secret：base64 + secretKeyRef 注入 mysql 密码（亲手验证“秒还原”）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0" y="32186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Lab 5 文件型 Secret：配置文件封进 Secret、挂载还原明文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0" y="36393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补充 1：Secret 类型（tls / dockerconfigjson）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0" y="40599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补充 2：Downward API（fieldRef env + downwardAPI 卷）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教学建议：Lab 1-3 对比记忆“卷 vs env”两种消费；Lab 4 重点体验“编码 ≠ 加密”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为什么外部化：镜像不可变、多环境复用、敏感信息不落地——同一份镜像跑所有环境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ConfigMap = 非敏感键值对仓库；两种消费：卷挂载（键变文件、热更新）vs env 注入（一次性、需重启）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读文件用卷、读 env 用 env；subPath 单文件挂载会彻底丧失热更新（经典坑）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与 CM 同构 + base64；base64 ≠ 加密——安全靠 RBAC + etcd 静态加密 + 最小权限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99232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四种类型：Opaque / tls / dockerconfigjson / service-account-token；后两者是系统级消费特例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02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47472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Downward API 注入“自己是谁”——与外部配置界限分明（CM=要什么，Secret=凭什么）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950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生产实践：配置全进对象、按敏感性分流、Secret 最小权限、多环境复用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4531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42569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9 章网络——tls 型 Secret 是 Ingress HTTPS 的原料；第 11 章 RBAC 为 Secret 访问控制提供机制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为什么“改 env 注入的配置”要重启 Pod，而“改卷挂载的配置”不用？（提示：进程启动时注入 vs 文件系统挂载）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0992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get secret xxx -o yaml 里能看到密码吗？怎么防？（提示：编码 vs 加密）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7685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私有镜像仓库的凭据用什么 Secret 类型？Pod 怎么用它？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4378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数据库密码、日志级别、Pod 所在节点名，分别应该用 CM / Secret / Downward 哪个？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107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Secret 的“值”要 base64 编码？ConfigMap 为什么不用？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233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23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1/2）：create configmap / secret（--from-literal / --from-file）、configMapKeyRef / secretKeyRef、configMap / secret 卷、imagePullSecrets、create secret tls / docker-registry；卷挂载热更新 vs env 需重启、base64 是编码不是加密。排障（域 5）：secret "xxx" not found（引用名 / 命名空间错）、env 没生效（改了没重启）。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第8章 配置管理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2026-08-16T12:03:15Z</dcterms:created>
  <dcterms:modified xsi:type="dcterms:W3CDTF">2026-08-16T12:03:15Z</dcterms:modified>
</cp:coreProperties>
</file>