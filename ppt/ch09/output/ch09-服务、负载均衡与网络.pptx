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章 服务、负载均衡与网络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四层网络全景 · Service 机制 · 集群 DNS · Ingress · NetworkPolicy · 完整走查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07）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画出集群的四个网络层次（节点 / Pod / Service / 集群外）及各自网段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550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55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Service 的完整机制：Endpoints 选择后端 + kube-proxy 写入转发规则（iptables / IPVS）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854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5798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Service 的四种类型与 headless，说出各自适用场景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883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解释集群 DNS（coredns）的解析规则与命名空间作用域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1868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Ingress 的原理（对象 + 控制器 + host/path 路由 + TLS 终止），说出它与 Service 的分工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776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4904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NetworkPolicy 的隔离原理（默认全通 → 白名单）与典型策略设计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3068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793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走查“外部用户 → 应用 Pod”的完整路径（哪个组件做了什么）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网络全景：四个层次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集群里有四个网络层次，各司其职（第 3 章规划过网段）：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347472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节点网络（物理）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192.168.0.0/24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机器真实 IP，节点互通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Pod 网络（虚拟）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10.244.0.0/16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Pod 一个 IP（CNI 分配）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Service 网络（虚拟）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10.96.0.0/12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 虚拟 IP（ClusterIP）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集群外访问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 IP:端口 / 域名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负载均衡器 / Ingress 进入集群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06240"/>
            <a:ext cx="54864" cy="5029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关键模型：每个 Pod 一个 IP（CNI / Calico 分配），Pod 之间直接互通无需 NAT；没有 CNI，Pod 无 IP、节点不 Ready。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补充：IPv6 双栈——现代 Kubernetes 支持 IPv4 + IPv6 同时运行（--pod-cidrs 配双网段），默认单栈 IPv4。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Service：稳定入口的完整原理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 Service：Pod IP 是临时的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机制：Endpoints 选后端 + kube-proxy 写规则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四种类型与 headless、多端口与端口命名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机制：Endpoints + kube-proxy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IP 是临时的（重建即变）· 多副本时该访问哪个 IP？—— Service 提供“稳定虚拟 IP + DNS 名”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515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Endpoints（谁在服务）：控制器把 selector 匹配的 Pod IP:端口 写进 Endpoints 对象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web → selector app=web → Endpoints: [10.244.1.5:80, 10.244.2.8:80, 10.244.3.2:80]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Endpoints 为空 = selector 没匹配到 Pod（CKA 高频排障场景）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97480"/>
            <a:ext cx="54864" cy="9601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7063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kube-proxy（怎么转发）：每个节点把转发规则写进内核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发往 ClusterIP:80 的流量 → 随机 / 轮询选一个 Endpoints → DNAT 改写目标到 Pod 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转发路径（请求不经过 kube-proxy 进程）：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4160520"/>
            <a:ext cx="178308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应用请求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http://web-svc:80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4160520"/>
            <a:ext cx="1783080" cy="73152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节点内核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（iptables / IPVS 规则）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72584" y="4160520"/>
            <a:ext cx="1783080" cy="73152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DNAT 改写目标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后端 Pod IP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4343400"/>
            <a:ext cx="219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11696" y="4160520"/>
            <a:ext cx="1783080" cy="73152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42062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容器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处理请求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两种实现：iptables 与 IPVS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737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iptables 模式（默认）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为每个 Service / Endpoints 生成 iptables 规则链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每个请求在规则里随机命中一个后端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随机算法，不是加权轮询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54864" cy="17373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89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IPVS 模式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内核级负载均衡（LVS）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支持 rr / wrr / lc 等调度算法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规则更少、性能更好（大量 Service 时明显）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8046720" cy="1005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64008" cy="10058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核心认知（易错点）：kube-proxy 不是代理进程——流量不经过它，它只负责把规则写进内核；它也不做服务发现（发现靠 DNS）。“规则写内核、转发在内核”是性能的关键。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转发发生在内核里：请求路径完全不经过 kube-proxy 进程——kube-proxy 只是“规则的搬运工”。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的四种类型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 是默认类型；四种类型由 spec.type 字段指定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2926080"/>
                <a:gridCol w="23774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ClusterIP（默认）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虚拟 IP，仅集群内可达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内部服务间调用（默认首选）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NodePort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每个节点开一个端口（30000-32767）→ 转发到 ClusterIP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 / 小规模外部访问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LoadBalancer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云厂商创建负载均衡器 → 指向 NodePort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云环境生产对外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ExternalName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DNS CNAME 指向外部域名（无 IP 无转发）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把集群外服务“伪装”成集群内服务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端口范围：30000-32767（固定）——实验 07 Lab 3 看到的 443:30573/TCP 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与 LoadBalancer 的访问链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1325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NodePort：集群外直连节点端口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外部用户 → 任意节点 IP:31230 → kube-proxy 规则 → ClusterIP:80 → Pod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21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每个节点都开同一个端口，访问任意节点 IP 都能到达；适合测试 / 小规模外部访问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80467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788920"/>
            <a:ext cx="54864" cy="1325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LoadBalancer：云负载均衡器接管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外部用户 → 云负载均衡器 → 节点 IP:NodePort → ClusterIP → Pod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云厂商创建负载均衡器并绑定到 NodePort——云环境生产对外首选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8912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89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端口范围固定 30000-32767；实验 07 Lab 3 看到的 443:30573/TCP 就是它。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Service：不要虚拟 IP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clusterIP: None 的 Service 不创建虚拟 IP——DNS 直接返回所有后端 Pod IP 列表，调用方自己选（轮询 / 随机）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8046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8132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普通 Service：DNS 解析 web-svc → 1 个 ClusterIP（kube-proxy 转发）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headless：   DNS 解析 web-svc → N 个 Pod IP（调用方自行选择）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 ①：StatefulSet 稳定 DNS 名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web-0.web-svc.namespace.svc——Pod 名解析由 StatefulSet 控制器写入 DNS，要求 Service 是 headless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743200"/>
            <a:ext cx="54864" cy="13716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典型用途 ②：自己控制负载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37760" y="31821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需要“拿到所有后端 IP 自己选”的场景——如数据库客户端自己挑从库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关键点：headless 的“稳定 DNS 名”只有配合 StatefulSet 才有——普通 Deployment 的 Pod 没有 pod名.svc 解析。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多端口与端口命名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Service 可以暴露多个端口（如 80 HTTP + 443 HTTPS），每个端口必须有名字：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75488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http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80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8080   # 转发到 Pod 的 8080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https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port: 443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targetPort: 8443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63040"/>
            <a:ext cx="3108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46304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字段说明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name：端口名（必须唯一）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port：Service 对外端口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targetPort：转发到 Pod 的端口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nodePort：NodePort 类型时指定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069080"/>
            <a:ext cx="54864" cy="548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targetPort 可以是端口号或容器端口名（第 4 章 ports.name）——用名字的好处：改端口号不用改 Service。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DNS：名字解析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coredns 的角色：集群内每个 Pod 的 /etc/resolv.conf 指向 coredns（kube-system 里的 Deployment）——应用用 Service 名访问，DNS 解析成 ClusterIP。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解析规则（从简写到完整）：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4688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                              → 当前命名空间的 Service（简写）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                    → 指定命名空间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&lt;svc名&gt;.&lt;命名空间&gt;.svc                → 完整形式（FQDN，svc 是固定段）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&lt;svc名&gt;.&lt;命名空间&gt;.svc.cluster.local  → 带集群域（默认 cluster.local）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易错点：命名空间作用域——Pod 里写 mysql 只解析“当前命名空间”的 mysql；跨命名空间必须写 mysql.&lt;命名空间&gt;.svc。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排障视角：kubectl exec -it &lt;pod&gt; -- nslookup &lt;svc&gt;.&lt;ns&gt;.svc 返回 IP = DNS 正常；解析失败先查：Service 存在吗（名字 / 命名空间对了吗）→ coredns 正常吗（实验 07 Lab 4 完整流程）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Ingress：七层入口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为什么需要：四层的 NodePort / LB 没有域名与路径路由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原理：Ingress 对象声明规则 + 控制器真正转发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host/path 路由 · TLS 终止 · 与 Service 的分工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展望：Gateway API——标准化的演进方向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原理：对象 + 控制器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NodePort / LoadBalancer 是四层（IP+端口）：每个服务都要开一个端口（端口资源有限、管理混乱）；没有“按域名 / 路径路由”能力（两个域名共用 80 端口做不到）。Ingress = 七层（HTTP/HTTPS）入口。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Ingress 对象：声明路由规则——哪个域名 / 路径 → 哪个 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95728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9572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控制器（ingress-nginx，实验 07 安装）Watch 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80467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962656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626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控制器生成 nginx 配置（server_name / location 规则）并加载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80467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529584"/>
            <a:ext cx="54864" cy="475488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9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外部流量 → ingress-nginx（NodePort / LoadBalancer）→ 按规则路由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关键认知：Ingress 对象本身不做转发——它只是“规则声明”；真正转发的是 Ingress 控制器。没有控制器，Ingress 对象是死的。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路由规则：host 与 path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114800" cy="3566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web-ingress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nginx   # 指定控制器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shop.example.com  # 域名 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 { name: shop-svc, port: 80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blog.example.com  # 域名 B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/admin        # 按路径再细分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 { name: blog-admin, port: 80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54864" cy="10972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匹配域名（Host 头）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4920" y="16276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pathType: Prefix 前缀 / Exact 精确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无 host 的规则 = 兜底（匹配所有域名）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2423160"/>
            <a:ext cx="37490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42316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指向 Service（不是 Pod）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2862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只做路由决策，实际转发由 Service + kube-proxy 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611880"/>
            <a:ext cx="37490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361188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访问验证（无 DNS 时）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-H "Host: shop.example.com"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http://节点IP:NodePort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终止 · 与 Service 的分工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8288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tls: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hosts: [shop.example.com]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secretName: shop-tls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host: shop.example.com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34440"/>
            <a:ext cx="54864" cy="18288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终止（证书加解密）由 Ingress 完成，后端 Pod 保持 HTTP 简单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证书原料 = 第 8 章 kubernetes.io/tls Secret——第 8 章知识在这里落地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生产证书由 cert-manager 自动签发续期（进阶）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与 Service 的分工（易混点）：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七层：域名/路径路由 + TLS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90088" y="3840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3611880"/>
            <a:ext cx="2377440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四层：负载均衡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41848" y="38404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97880" y="3611880"/>
            <a:ext cx="2377440" cy="822960"/>
          </a:xfrm>
          <a:prstGeom prst="rect">
            <a:avLst/>
          </a:prstGeom>
          <a:solidFill>
            <a:srgbClr val="E8F8E8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真正干活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一句话：Service 负责“负载均衡”（四层），Ingress 负责“路由”（七层）——Ingress 的 backend 指向 Service，不是直接指向 Pod。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展望：Gateway API（Ingress 的继任者）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600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的局限（生产暴露的问题）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6733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能力被“注解”绑架（不同控制器各自发明注解，不可移植）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只能管南北向（外部进集群），管不了东西向（服务间流量）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路由 / 流量治理能力有限（权重分流靠控制器扩展）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 API 的核心模型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167335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GatewayClass（控制器实现，类比 StorageClass）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Gateway（入口实例：监听端口 / TLS）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HTTPRoute（host/path/权重/Header）→ Service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051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1272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Ingress 的关系：不是“替换即弃”——Ingress 仍被广泛支持，Gateway API 是演进方向（v1.36 已 GA）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474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关键优势：标准化（不再依赖控制器注解）· 南北向 + 东西向都支持 · 权重分流 / Header 路由内建（金丝雀 / A-B 发布的天然载体，呼应第 5 章发布策略）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决策逻辑：现有集群继续用 Ingress（成熟稳定）；新架构 / 需要高级流量治理 → 评估 Gateway API。用法与 Ingress 思路一脉相承。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NetworkPolicy：网络隔离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默认全通：扁平网络的风险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原理：podSelector / ipBlock + ingress / egress 白名单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典型策略设计：数据库层 · 业务层 · 拒绝兜底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依赖 CNI：Calico 支持、Flannel 不支持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NetworkPolicy：默认全通 → 白名单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默认情况下集群内所有 Pod 互通（Pod 网络扁平）——一个 Pod 被攻破，可横向访问任何其他 Pod（包括数据库）。NetworkPolicy = 网络层白名单：声明“谁可以访问哪些 Pod”。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029200" cy="3200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NetworkPolicy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db-allow-app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namespace: default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podSelector:            # 作用对象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 { app: mysql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policyTypes: [Ingress, Egress]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ingress:                # 入站：谁可以访问 mysql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from: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podSelector: { matchLabels: { app: web }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ipBlock: { cidr: 10.0.0.0/8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egress:                 # 出站：mysql 可以访问谁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to: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podSelector: { matchLabels: { app: web } 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protocol: TCP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3306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60720" y="1645920"/>
            <a:ext cx="2834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0" y="1645920"/>
            <a:ext cx="54864" cy="32004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关键语义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89320" y="21031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匹配的 Pod 一旦被某个 NetworkPolicy 覆盖，默认全通就失效——只允许规则里写明的来源（白名单制）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policyTypes 不写的方向不受影响（只限制 Ingress 时 Egress 仍全通）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注意：应用要访问集群 DNS → egress 要放行 DNS（53/UDP），否则 Pod 域名解析都断了（实验 07 Lab 6 实测踩坑）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典型策略设计 · CNI 依赖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生产基线（先想“谁必须能访问我”，逐条写 from / to）：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89888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8988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数据库层：只允许业务 Pod 访问（podSelector: app=web）+ 监控网段（ipBlock）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8046720" cy="402336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865376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65376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业务层：只允许 Ingress 入口访问 + 放行 DNS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8046720" cy="4023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40864"/>
            <a:ext cx="54864" cy="402336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40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拒绝一切兜底：空规则 NetworkPolicy（podSelector: {} + 空 ingress）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 必须由支持它的 CNI 实现（重要）：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18688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3657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CNI 插件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NetworkPolicy 支持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Calico（本课程）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原生支持 ✓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3 章选 Calico 的原因之一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Flannel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无网络策略能力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26CE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Cilium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支持（更强）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eBPF 方案，能力更强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决策逻辑：宁缺毋滥但要有——生产至少给数据库加隔离；验证：kubectl apply 策略后实际访问被拒（实验 07 Lab 6 用 nginx 实测）。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综合走查：外部用户访问应用的完整路径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DNS 解析：wp.example.com → 节点 IP（集群外 DNS）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00784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007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Ingress 路由：Host 头匹配规则 + TLS 终止（ingress-nginx，NodePort 31230）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212848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21284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Service 负载均衡：wordpress Service（ClusterIP）四层转发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724912"/>
            <a:ext cx="54864" cy="438912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249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kube-proxy DNAT：改写目标 → wordpress Pod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36976"/>
            <a:ext cx="54864" cy="438912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3697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应用处理 + MySQL：Pod 通过 Service 名解析访问 MySQL（DB 层有 NetworkPolicy 保护）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80467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40480"/>
            <a:ext cx="54864" cy="6858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每层职责：DNS（名字→IP）→ Ingress（域名/路径路由 + TLS）→ Service（负载均衡）→ kube-proxy（转发规则）→ Pod（干活）——排障从外层往内层逐层验证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对应实验：实验 07“网络和服务”（Lab 1-6 + 补充）、实验 11 WordPress 案例；Service/DNS 排障顺序见实验 07 Lab 4。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972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四层网络：节点（物理）/ Pod（每 Pod 一 IP，CNI）/ Service（虚拟 IP）/ 外部（NodePort / LB / Ingress）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63677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0934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机制：Endpoints（选后端）+ kube-proxy（规则写内核，iptables 随机 / IPVS 轮询）——流量不经过 kube-proxy 进程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214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四种类型：ClusterIP / NodePort / LoadBalancer / ExternalName；headless 返回 Pod IP 列表（StatefulSet 稳定 DNS 名）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609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 DNS：coredns 解析 svc.ns.svc；命名空间作用域是易错点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4553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Ingress：对象声明规则 + 控制器真正转发；host/path 路由 + TLS 终止——管路由（七层），Service 管负载均衡（四层）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65760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NetworkPolicy：默认全通 → 白名单制；podSelector / ipBlock + ingress / egress；依赖 CNI（Calico 行、Flannel 不行）；注意放行 DNS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1970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6966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走查：DNS → Ingress → Service → kube-proxy → Pod，排障从外到内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6817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10 章讲存储（PV/PVC/StorageClass）——“应用数据放哪”；第 11 章 RBAC 在 NetworkPolicy 之外提供“谁能做什么”的另一层安全。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247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流量真的经过 kube-proxy 进程吗？iptables 和 IPVS 模式的本质区别是什么？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733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headless Service 的 DNS 返回什么？为什么 StatefulSet 需要 headless？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94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跨命名空间访问 Service，DNS 名怎么写？只写 mysql 会发生什么？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7063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Ingress 对象不部署控制器会怎样？backend 为什么指向 Service 而不是 Pod？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给数据库配了“只允许 app 访问”的 NetworkPolicy，为什么数据库 Pod 突然“域名解析失败”了？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679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67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外部用户访问 WordPress 的完整路径中，哪一层做域名路由、哪一层做负载均衡、哪一层做端口转发？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3：服务与网络，20%，CKA 第二重）：kubectl expose 多端口 Service、headless + StatefulSet、Ingress（host/path + TLS）、NetworkPolicy（podSelector/ipBlock、ingress/egress）；排障关联（域 5）：Endpoints 为空、DNS 失败、Ingress 404/502、策略误拦。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服务、负载均衡与网络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2026-08-16T12:03:15Z</dcterms:created>
  <dcterms:modified xsi:type="dcterms:W3CDTF">2026-08-16T12:03:15Z</dcterms:modified>
</cp:coreProperties>
</file>