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 存储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 · PV/PVC 解耦 · StorageClass 动态供应 · 存储方案选型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解释容器存储的痛点：写入发生在可写层，容器删除数据即消失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区分三种卷类型：emptyDir / hostPath / 配置卷的适用边界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PV/PVC 解耦设计的价值：应用声明需求、管理员提供资源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 PV/PVC 生命周期（Provision→Bind→Use→Reclaim）与访问模式、回收策略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区分静态绑定（手动建 PV）与动态供应（StorageClass 自动建）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StorageClass 机制：provisioner / 默认类 / 绑定模式 / 回收策略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local-path 的单节点局限，为有状态应用做出存储选型决策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存储问题全景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容器文件系统为什么“靠不住”：可写层随 Pod 一起消失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三个存储需求：持久化 / 共享 / 解耦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K8s 的答案：卷 → PV/PVC → StorageClass 层层抽象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存储问题全景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容器文件系统为什么“靠不住”：写入发生在镜像可写层——容器删除，可写层一起消失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重建 → 容器内文件全部丢失　｜　Pod 被调度到其他节点 → 原节点上的数据够不着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2316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数据跨 Pod 生命周期存活——删了重建，数据还在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286000"/>
            <a:ext cx="54864" cy="12801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242316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内多个容器共享数据（sidecar 读主容器日志）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28600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应用不关心底层细节（本地盘/网络盘/云盘一样用）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承接第 4 章 Pod“无状态”认知：需要持久数据的应用（数据库 / 上传文件）必须显式挂存储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的答案：层层抽象——卷（Pod 级）→ PV/PVC（集群级）→ StorageClass（自动化）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卷（Volume）：Pod 内的存储抽象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emptyDir：Pod 内临时共享盘——Pod 删除即清空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hostPath：宿主机目录——数据在节点磁盘，绑定节点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configMap / secret：只读配置卷（第 8 章配置注入）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边界认知：卷都“绑定节点”——单机思维，跨节点要靠集群级抽象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卷（Volume）：Pod 内的存储抽象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卷是 Pod 级概念：声明在 Pod 里、挂载进容器，生命周期与 Pod 一致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194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emptyDir · 临时共享盘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创建时为空目录：容器重启不丢，Pod 删除即清空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典型用途：容器间共享（sidecar 读主容器日志）、临时缓存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被调度到别的节点 = 新 Pod = 新 emptyDir（数据不迁移）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1：emptyDir 随 Pod 消失）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54864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hostPath · 宿主机目录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直接挂宿主机的一个目录（如 /data/mysql）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数据在节点磁盘上——Pod 删了还在，但只在该节点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漂移到其他节点就找不到数据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典型用途：单节点实验、kubelet 等系统组件（实验 08 Lab 2）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63040"/>
            <a:ext cx="54864" cy="2194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 / secret · 配置卷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章的配置注入：键变文件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本质也是卷——只读配置卷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用途：配置与密钥以文件形式挂进容器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94760"/>
            <a:ext cx="54864" cy="8686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86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边界认知：emptyDir 和 hostPath 都“绑定节点”——它们是“单机思维”的存储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多节点集群要“数据跟着应用走”→ 需要集群级抽象（PV/PVC）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与 PVC：存储解耦（核心）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为什么需要两层：应用不写存储细节、管理员统一管理资源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PV：集群级资源——管理员“提供什么”（容量/访问模式/回收策略）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PVC：命名空间级请求——应用“需要什么”（只写 PVC 不写底层）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生命周期：Provision → Bind → Use → Reclaim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CKA 核心考点：绑定机制、访问模式、回收策略、静态 vs 动态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为什么需要两层 · PV：存储的“货架”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241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54864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直接让应用指定宿主机目录（hostPath）的问题：① yaml 里写死了存储细节（路径/机器）——换存储就要改应用　② 管理员想统一管理存储资源（哪些盘可用/多大/怎么回收）没有抓手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19072"/>
            <a:ext cx="54864" cy="502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647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解耦设计（与 RBAC 的 Subject/Binding 思想同源）：PV——管理员“提供什么”；PVC——应用“需要什么”，应用不知道也不关心底层是 NFS 还是云盘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661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54864" cy="2148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—— 集群级资源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一块“已就绪的存储”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由管理员创建（或 StorageClass 自动创建）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描述：容量 · 访问模式 · 回收策略 · 底层实现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底层实现：hostPath / NFS / 云盘（CSI）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377440"/>
            <a:ext cx="429768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237744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mysqldata-pv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5Gi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ReadWriteOnce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persistentVolumeReclaimPolicy: Retain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hostPath: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/data/mysql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访问模式 · 回收策略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访问模式（Access Modes）：一块 PV 能被几个节点/几个 Pod 同时用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488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回收策略（Reclaim Policy）：PVC 删除后，PV 怎么处理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ReadWriteOnce（RWO）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单节点读写（数据库标配）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ReadOnlyMany（ROX）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多节点只读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ReadWriteMany（RWX）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多节点读写（共享存储如 NFS 才支持）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Retain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保留数据（PV 变 Released，管理员手动处理——数据安全）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自动删除底层存储（云盘等可自动删）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Recycle（已废弃）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清理后复用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5204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352044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核心认知：访问模式是“底层存储能力”的约束——hostPath 只能 RWO；NFS 支持 RWX。应用声明 PVC 时选的模式必须 PV 支持。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3：静态绑定验证访问模式与容量匹配）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PVC：应用的存储请求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= 命名空间级请求：应用声明“需要多大、什么访问模式”——只写 PVC，不写底层细节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mysqldata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ReadWriteOnce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""   # 禁用动态供应（§10.4）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5Gi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46304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匹配规则（静态绑定）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≥ 请求 &amp;&amp; 访问模式匹配 &amp;&amp; storageClassName 匹配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一个 PV 绑定一个 PVC（一对一）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管理视角：PV = 我提供什么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应用视角：PVC = 我需要什么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实测易错点：有默认 StorageClass 时，PVC 不写 storageClassName 会走动态供应——静态绑定必须写 ""（实验 08 Lab 3）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 · 静态 vs 动态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9659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Provision 供应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管理员建 PV / 动态供应自动建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19659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Bind 绑定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匹配 PV → 状态 Bound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196596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Use 使用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挂载 PVC 写数据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19659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Reclaim 回收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删除 → 按回收策略处理 PV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240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304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PV：Available（待绑定）→ Bound（已绑定）→ Released（PVC 删了，Retain 后）→ Available / 删除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2624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PVC：Pending（等待匹配）→ Bound（匹配成功）→ 删除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29260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排障：PVC 一直 Pending → kubectl describe 看 Events——检查 PV 是否存在 / 容量 / 访问模式 / SC 是否一致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动态供应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谁建 PV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管理员手动建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StorageClass 自动建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存储资源固定 / 要精细控制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 PVC、云环境自动扩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PV 都要手工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声明即用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3 手动建 PV + PVC 静态绑定；Lab 4 动态供应——亲手对比两种方式）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StorageClass：动态供应（自动化）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为什么需要：静态绑定每个应用都要手动建 PV——忙不过来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provisioner 自动创建 PV 并绑定——声明即用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默认类：PVC 不写 storageClassName 时自动用它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绑定模式 WaitForFirstConsumer：节点本地存储的必需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在线扩容 + 快照：磁盘管理与数据保护手段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StorageClass：让“建 PV”自动化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241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54864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静态绑定的问题：每个应用都要管理员先手动建好 PV——应用多了根本忙不过来；且 PV 容量是死的（应用要 8G 但只建了 5G 的 PV？）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023360" cy="1920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local-path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rancher.io/local-path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reclaimPolicy: Delete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WaitForFirstConsumer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3736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机制：声明即用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PVC（storageClassName: local-path）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provisioner 收到请求 → 自动创建 PV（在节点本地目录建文件夹）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自动绑定 → PVC Bound → Pod 挂载使用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324612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StorageClass：storageclass.kubernetes.io/is-default-class: "true" 注解标记默认类——PVC 不写 storageClassName 时自动用它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6110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教学顺序（本课程设计）：StorageClass 讲完概念再安装——实验 08 Lab 4 才装 local-path；学完 10.3（静态）再学 10.4（动态），对比最清晰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绑定模式 · 回收策略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645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Immediate · 立即绑定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创建就绑定（PV 立即建好）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——可能建在与 Pod 无关的节点上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适合网络存储（NFS / 云盘）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645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WaitForFirstConsumer · 等消费再绑定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等第一个 Pod 调度后再绑定——PV 建在 Pod 所在节点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这类“节点本地存储”必须用这个：提前绑定可能建在别的节点，Pod 调度过来时数据在别处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9601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回收策略：动态供应的 PV 跟随 StorageClass（reclaimPolicy: Delete 常见）——PVC 删除 = 数据删除（local-path 会删掉本地目录）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要保留数据：临时改 PV 的回收策略为 Retain，或用备份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PVC 删除 = 数据删除：Delete 策略下 local-path 会删掉本地目录——删 PVC 前确认数据已备份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4：安装 local-path 后观察“PV 自动生成、目录自动创建”）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在线扩容 · Volume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971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在线扩容（不重建 Pod）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问题：磁盘满了怎么办？生产刚需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前提：StorageClass 的 allowVolumeExpansion: true（未开启则 PVC 的 storage 不可改）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生效：底层存储支持时应用无感（local-path 支持）；部分存储需 Pod 重启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只能扩不能缩——缩减有数据风险，K8s 不支持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3566160" cy="5486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pvc mysqldata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'{"spec":{"resources":{"requests":{"storage":"10Gi"}}}}'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2971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VolumeSnapshot · 存储快照（数据保护）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CSI 快照：给 PVC 打“时间点快照”——比拷贝文件更一致、更快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用途：备份前的快速一致快照 / 数据库迁移 / 测试环境克隆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恢复：从快照创建新 PVC（VolumeSnapshotContent）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前提：底层 CSI 驱动支持快照——local-path 不支持；云盘/NFS 类支持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示例：source.persistentVolumeClaimName: mysqldata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54864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与第 14 章 etcd 快照的区别：etcd 快照保“集群状态”、VolumeSnapshot 保“应用数据”——两者互补（Velero 灾备就是组合使用）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存储方案选型：本地 vs 共享 vs 云盘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local-path：节点本地目录——零成本，但单节点 / 不可共享 / 无冗余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NFS / 云盘：多节点可访问（RWX 共享）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CSI：Kubernetes 与存储厂商的标准接口（生产接入方式）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选型决策树：持久 → 共享 → 生产 → 核心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多副本共享的前提是存储可共享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的本质与局限 · 共享存储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776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108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local-path：PV = 节点上的一个本地目录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路径：/opt/local-path-provisioner/&lt;pvc名&gt;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优点：零成本、快（本地盘）、教学演示动态供应足够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局限（必须理解）：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单节点：Pod 漂移/扩容到其他节点 → 数据够不着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多副本挂同一 PVC（RWX）不支持——local-path 只能 RWO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节点故障 = 数据风险：本地盘没有冗余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11 WordPress 多副本共享 PVC 受限的根源）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3931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8803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 · 适用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网络文件系统：一台服务器导出目录，所有节点挂载（支持 RWX）——自建环境多副本共享存储，教学扩展首选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云盘 CSI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云盘挂到节点，一般 RWO；对象存储 OSS/S3 天然共享——云环境生产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分布式存储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Ceph / Longhorn：软件定义存储，强一致/多副本——大规模生产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水平扩展的前提是存储可共享——这也是 local-path 最本质的局限（实验 11 的教训）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选型要点：要共享 → 必须 RWX 方案（local-path 不行）；要生产 → 必须可托底的方案（云盘 / 分布式）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选型决策树 · CSI 标准接口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应用需要持久存储？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051560"/>
            <a:ext cx="219456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emptyDir / 不挂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12280" y="105156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多副本要共享？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2194560" cy="4572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NFS / 对象存储（RWX）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6916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331720"/>
            <a:ext cx="219456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hostPath / local-path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33172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核心数据库？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2971800"/>
            <a:ext cx="219456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分布式存储 / 云盘 + 备份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2971800"/>
            <a:ext cx="173736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云盘 CSI（RWO）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611880"/>
            <a:ext cx="54864" cy="502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读图要点：判断顺序——持久与否 → 是否共享 → 是否生产 → 是否核心；“共享”与“生产”是两条最关键的岔路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25196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CSI（Container Storage Interface）：K8s 与存储厂商的标准接口（类似第 3 章 CRI）——任何存储实现 CSI 就能被 K8s 动态供应，“装一个 CSI 驱动”就是接入某类存储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4663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实例：Rook-Ceph——Ceph（分布式存储，多副本/自愈）经 Rook（Operator）部署进集群，以 CSI 驱动提供动态供应（StorageClass）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卷（Pod 级）：emptyDir 临时共享 / hostPath 宿主机目录（绑节点）/ 配置卷（CM·Secret）——单机思维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PV/PVC（集群级）：PV=管理员提供的存储资源，PVC=应用的存储请求，绑定一对一——解耦“提供”与“使用”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生命周期：Provision → Bind → Use → Reclaim；访问模式是底层能力约束；回收策略 Retain 保数据 / Delete 自动删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StorageClass（自动化）：provisioner 自动建 PV——声明即用；默认类；WaitForFirstConsumer 是节点本地存储的必需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37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选型：local-path 单节点 → NFS/云盘（共享）→ CSI 生态（生产标准）——多副本共享的前提是存储可共享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教学顺序：StorageClass 在实验 08 Lab 4 才安装（讲概念再动手）；实验 08 四个 Lab 顺序与本章一致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11 章安全（认证/授权）——存储的权限控制（谁能用哪个 PVC/Secret）也是安全的一部分；第 18 章 WordPress 持久化（PVC + local-path）落地本章知识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78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容器内写的文件，Pod 删除后还在吗？emptyDir 和 hostPath 的数据分别在什么情况下会丢？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93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819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与 PVC 各自是谁创建的？为什么应用只写 PVC 不写 PV？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122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一直 Pending，可能的原因有哪些（至少三个）？怎么排查（describe 看 Events）？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426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的 PV 为什么必须是 WaitForFirstConsumer 绑定？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72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3 副本应用要共享同一个 PVC，local-path 行吗？应该用什么方案？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为什么说“水平扩展的前提是存储可共享”？（结合第 5 章 StatefulSet 与本章 local-path）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343400"/>
            <a:ext cx="45720" cy="548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708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4 存储 10%）：PV/PVC 绑定与生命周期、访问模式、回收策略、StorageClass（provisioner/默认类/绑定模式）；高频场景题：静态 vs 动态、PVC 排障（Pending → 匹配条件）、多副本共享选型。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存储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2026-08-16T12:03:15Z</dcterms:created>
  <dcterms:modified xsi:type="dcterms:W3CDTF">2026-08-16T12:03:15Z</dcterms:modified>
</cp:coreProperties>
</file>