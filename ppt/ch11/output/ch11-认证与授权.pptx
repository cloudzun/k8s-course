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 认证与授权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安全模型三道门 · 认证（你是谁）· 授权（你能干什么）· RBAC 与最小权限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09：认证与授权）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Kubernetes 安全模型的三道门（认证/授权/准入）与各自回答的问题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区分两种身份（User 给人、ServiceAccount 给程序）与两种认证凭据（证书/Token）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X.509 证书认证的机制（CA 签发、CN 即用户名、kubeconfig 携带）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v1.24+ 的 SA Token 机制（动态签发，无长期 token）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完整解释 RBAC 三要素（Subject/Role/ClusterRole/Binding）与两种范围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写出自定义 Role 的 rules（apiGroups / resources / verbs）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解释“认证 ≠ 授权”（能登录但 Forbidden）并用实例说明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应用最小权限原则设计授权方案（含 kubectl auth can-i 验证）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安全模型总览：三道门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apiserver 安全部分展开为三道门：认证 → 授权 → 准入控制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每道门各有独立拒绝出口：401 Unauthorized / 403 Forbidden / 拒绝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“能登录但不让操作”= 第一道门过了、第二道门没过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本章讲前两道门；第 12 章讲第三道门（准入控制）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安全模型总览：三道门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828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Authentication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（你是谁？）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97480" y="1143000"/>
            <a:ext cx="1828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授权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Authorization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（你能干什么？）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182880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准入控制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Admission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（请求合法吗？）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95160" y="1143000"/>
            <a:ext cx="1828800" cy="105156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1207008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etcd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04872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3712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02552" y="1481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2304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0" y="2304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Forbidden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4920" y="2304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（策略不符）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读图要点：三道门依次通过、各自有独立的拒绝出口——认证失败 401、授权失败 403、准入失败策略不符；“能登录但不让操作”就是第一道门过了、第二道门没过。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27248"/>
          <a:ext cx="8046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回答的问题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拒绝结果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对应实验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你是谁？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401 Unauthorized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Lab 1/2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你能干什么？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403 Forbidden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Lab 3/4/5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请求本身合法吗？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拒绝（策略不符）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 09 Lab 7/8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6817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核心认知：三道门依次通过——认证通过但授权不足 → Forbidden（“能登录但不让操作”）；授权通过但准入拦截 → 也拒绝（第 12 章）。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认证：你是谁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两种身份：User（人）与 ServiceAccount（程序）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认证方式：X.509 客户端证书 / Bearer Token / 基础认证 / OIDC 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X.509 机制：CA 签发、CN 即用户名——“签发证书 = 创建用户”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v1.24+：SA Token 动态签发，不再自动创建长期 token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两种身份 与 11.2.2 认证方式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73736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给谁用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凭据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用户名格式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人（管理员/开发）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客户端证书 /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 等（自定）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ServiceAccount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程序（Pod 内应用）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Token（Bearer）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system:serviceaccount:&lt;ns&gt;:&lt;名字&gt;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06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注意：Kubernetes 没有 User 对象（User 是“外部概念”，通过证书 CN 识别）；SA 是真实对象（存在集群里）。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认证方式（apiserver 支持的）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" y="3328416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" y="33101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【X.509 客户端证书】最常用——kubeconfig 里带证书，apiserver 用 CA 校验签名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" y="3675888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4128" y="3657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【Bearer Token】SA 的 token（HTTP 头 Authorization: Bearer &lt;token&gt;）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" y="4023360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" y="40050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【基础认证】用户名/密码，一般不启用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" y="4370832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4128" y="43525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【OIDC】企业单点登录（Keycloak/Dex/企业 SSO）——生产人员认证事实标准，见下页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" y="4718304"/>
            <a:ext cx="274320" cy="27432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4128" y="47000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【其他】Webhook 认证等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OIDC：企业人员认证的事实标准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8288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用户登录企业 SSO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（Keycloak/AD/Okta）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 ID Token（JWT）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1097280"/>
            <a:ext cx="18288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2968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用 token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apiserver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0016" y="1097280"/>
            <a:ext cx="18288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OIDC 认证器验证签名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username / groups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（来自 token 声明）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1097280"/>
            <a:ext cx="1828800" cy="13716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4344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48856" y="141732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之后的 RBAC 照常工作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（username/groups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参与授权）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04872" y="15727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15727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6248" y="15727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697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apiserver 配置（kubeadm 环境改 manifest）：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--oidc-issuer-url / --oidc-client-id / --oidc-username-claim / --oidc-groups-claim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1188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好处：统一账号体系（员工离职一个按钮禁用）· 支持 MFA · 组（groups）随 SSO 自动映射到 RBAC；实操：kubectl oidc-login 插件完成登录换 token 流程（进阶）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核心认知：证书认证适合“少量管理员”，OIDC 适合“大量企业用户”——考试不考 OIDC 配置，但真实企业环境绕不开。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X.509 证书认证的机制（实验 09 Lab 1）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管理员用 CA 签发用户证书：openssl 生成密钥 → 用 ca.key 签发；证书 CN = 用户名（CN=train → 用户 train），O = 用户组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里配置三段：cluster（apiserver 地址 + CA）+ user（客户端证书）+ context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请求时：kubectl 出示客户端证书 → apiserver 用 CA 校验签名 → 通过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认证结果：用户名 = 证书 CN（如 train），进入授权环节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多身份：一个 kubeconfig 可装多个 cluster/user/context，用 context 切换身份——“同一台机器上管理员与普通用户身份并存”（实验 09 Lab 1/2 亲手建了多个 context）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                       # 列出（* 当前）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train@kubernetes       # 切到 train 身份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核心认知：“签发证书”就是“创建用户”——集群没有用户注册表，信任链就是 CA 签名；证书泄露 = 身份泄露（私钥要保管好）。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ServiceAccount 与 Token（v1.24+ 的重要变化）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685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155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 是给 Pod/程序用的身份：Pod 指定 serviceAccountName，容器内自动挂载 SA 的 token 文件——应用用它调 apiserver（实验 09 Lab 2 实测）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46120"/>
                <a:gridCol w="3246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旧机制（v1.24 之前）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新机制（v1.24+）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怎么来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 创建时自动生成一个长期 token secret（永不过期）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不再自动创建 token secret；用 kubectl create token &lt;sa&gt; 动态签发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长期有效——泄露就永远有效（安全风险）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短期 token（默认 1 小时），过期重新签发——安全得多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520440"/>
            <a:ext cx="8046720" cy="685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520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token chengzh          # 动态签发（1 小时有效）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eyJhbGciOiJSUzI1NiIsImtpZCI6...      # JWT 格式（第 3 章见过）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考试/实操注意：用 kubectl describe secret 翻 token 是旧版做法；v1.24+ 已不再自动创建长期 token secret——考试按新机制作答。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授权：你能干什么（RBAC）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RBAC 三要素：Subject（谁）＋ Role/ClusterRole（权限）＋ Binding（关联）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两种范围：Role（命名空间）vs ClusterRole（集群）——范围由绑定方式决定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rules 三要素：apiGroups / resources / verbs（CKA 必考）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 ≠ 授权：证书有效但 Forbidden——“能登录”和“能操作”是两回事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三要素（CKA 必考）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Subject（谁）＋ Role / ClusterRole（权限）＋ Binding（关联）＝ 授权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14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Subject（谁）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/ SA / Group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——授权对象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514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373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Role / ClusterRole（权限）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列表：能对哪些资源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做什么操作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737360"/>
            <a:ext cx="2514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737360"/>
            <a:ext cx="54864" cy="10515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8105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Binding（关联）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把谁和什么权限绑一起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生效范围由绑定方式决定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Group（组）绑定机制：Subject 不只是单个 User/SA——组可以整体授权，管理成本大幅下降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29184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来源：证书 O（Organization）字段 = 组名（CN=train, O=devs → train 属于 devs 组）；OIDC 的 groups claim = 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绑定：kubectl create clusterrolebinding devs-readonly --clusterrole=view --group=devs（组内所有用户生效）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内置特殊组：system:masters（超级管理员）· system:serviceaccounts:&lt;ns&gt;（该 ns 全部 SA）· system:authenticated（所有已认证用户）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认知：给“组”授权是生产惯例（人进人出只改 SSO 组成员，不改 K8s 绑定）；system:masters 是最高权限组（第 3 章 super-admin.conf 的 O 字段就是它）。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vs ClusterRole（权限的范围）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ClusterRole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命名空间内（如 default 里）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全集群（所有命名空间 + 集群级资源）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该命名空间的 Pod/Svc 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全部命名空间 + Node/PV/Namespace 等集群资源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必须指定命名空间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91840"/>
            <a:ext cx="54864" cy="10515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4015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易混点：Role 是“权限集合”，范围由绑定方式决定——ClusterRole 被 RoleBinding 绑定时，只在那个命名空间生效（实验 09 Lab 4 实测：权限范围被限制在绑定命名空间）。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记忆：Role 管“一个命名空间的家务”，ClusterRole 管“整个集群的事”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RoleBinding vs ClusterRoleBinding（生效范围）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RoleBinding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ClusterRoleBinding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生效范围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授权对象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该命名空间内的资源权限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所有命名空间 + 集群级资源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可绑定的角色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 或 ClusterRole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只能绑 ClusterRole（绑 Role 会报错）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337560"/>
            <a:ext cx="64008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3375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准确规则：RoleBinding 可以绑 Role 或 ClusterRole（绑 ClusterRole 时限制在命名空间内）；ClusterRoleBinding 只能绑 ClusterRole（全集群生效）。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实战：实验 09 Lab 4 用 RoleBinding 给 SA 授权——跨命名空间访问即失败，正是“绑定方式决定范围”的直接验证。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写法（自定义权限）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120640" cy="3108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rbac.authorization.k8s.io/v1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Role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dev-role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apiGroups: [""]                 # 核心组（Pod/Svc/ConfigMap）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["pods", "pods/log"] # pods/log 是子资源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verbs: ["get", "list", "watch"]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apiGroups: ["apps"]             # apps 组（Deployment 等）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["deployments"]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verbs: ["get","list","watch","create","update","patch","delete"]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apiGroups: ["batch"]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["jobs"]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verbs: ["get", "list", "watch", "create"]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06440" y="109728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06440" y="10972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161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apiGroups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14356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组：核心组用 ""（空字符串）；查法：kubectl api-resources 看 APIGROUP 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06440" y="2121408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06440" y="2121408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185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245973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资源名（复数）：pods / services / deployments / nodes…；子资源如 pods/log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06440" y="3145536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3145536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209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34838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 list / watch / create / update / patch / delete；* 表示全部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常见错误：apiGroups 写错（核心组写成 core/v1）→ 权限不生效（返回 Forbidden）——先 kubectl api-resources 确认 APIGROUP（CKA 高频考点）。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内置角色（现成的权限模板）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cluster-admin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超级管理员（绑给 admin.conf）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命名空间内全权（含 RBAC 管理）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读写（不含 RBAC）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view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5204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6118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常用组合：普通开发 → view / edit；项目负责人 → admin；运维/管理员 → cluster-admin。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原则：优先用内置角色，不够再自定义——内置角色是社区打磨过的权限模板。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vs 授权（核心辨析）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证书有效（认证通过）≠ 有权限（授权通过）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实例（实验 09 Lab 1/3）：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54864" cy="74980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1226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签发用户证书 train → kubectl 能连上 apiserver（认证通过）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26080"/>
            <a:ext cx="54864" cy="74980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8094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但 get pods → Forbidden：pods is forbidden: User "train" cannot list resource "pods"（授权未配置——train 没有任何 Role/Binding）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94760"/>
            <a:ext cx="54864" cy="74980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962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创建 ClusterRoleBinding（cluster-admin → train）→ 立刻能操作（授权即时生效，不需要重启任何组件）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一句话：认证回答“你是谁”，授权回答“你能干啥”——“能登录”和“能操作”是两件独立的事，这是本章最重要的认知。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最小权限设计（Least Privilege）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原则：只给完成工作所需的最小权限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9047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【够用就好】开发只读 → view；要改配置 → edit；不要给所有人 cluster-admin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1732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9047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【按团队隔离】按团队/项目拆分命名空间 + RoleBinding（隔离授权范围）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8600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5915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【SA 最小化】SA 只挂自己需要的权限（Pod 不该有集群管理权限）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28600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28600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5915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【定期审计】谁的权限过期了、谁还挂着 cluster-admin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验证工具：kubectl auth can-i —— 不用真试就能检查“某个身份能不能做某个操作”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8046720" cy="868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5844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get pods                         # 当前身份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create deployments --as=dev-user  # 模拟 dev-user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list secrets --as=system:serviceaccount:default:my-sa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实战价值：给权限之前先验证、给完再验证一次；排障“为什么 Forbidden”时用它确认是授权没配还是规则写错（CKA 排障必用）。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实验演练指引（实验 09“认证与授权”Lab 1-6）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对应章节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生成用户证书：openssl 用 CA 签发 train 证书 + kubeconfig 三段式——认证≠授权的 Forbidden 实例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§11.2.3 / 11.3.6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 SA：kubectl create token 动态签发——v1.24+ 新机制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给用户授权：ClusterRoleBinding + 自定义 Role rules——三要素写法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§11.3.4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 SA 授权：RoleBinding 命名空间级 + 跨命名空间失败——两种 Binding 对比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§11.3.3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用户证书 API 方式（补充）：CSR API 签发证书（进阶）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§11.2.3 补充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 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dashboard 综合演练：SA + RBAC + Token 完整链路（浏览器输 Token 登录）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§11.2-11.4 总装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 重点体验“认证通过但 Forbidden”；Lab 3/4 对比两种 Binding 的生效范围；Lab 6 把全章机制串起来——浏览器输 Token 登录的背后就是本章全部机制。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三道门：认证（你是谁）→ 授权（你能干啥）→ 准入（请求合法吗）——依次通过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453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认证：User（人，证书 CN 即用户名）/ SA（程序，动态 token）；签发证书 = 创建用户；v1.24+ 用 kubectl create token 动态签发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208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9339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三要素：Subject + Role/ClusterRole + Binding——Role 定权限内容、Binding 定生效范围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4414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两种范围：Role（命名空间）/ClusterRole（集群）；RoleBinding（命名空间）/ClusterRoleBinding（全集群）；RoleBinding 绑 ClusterRole 时限制在命名空间内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895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三要素：apiGroups（核心组 ""）/ resources（复数）/ verbs——写错 apiGroups 是最常见错误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3375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内置角色：cluster-admin / admin / edit / view——优先内置，不够自定义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13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8561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≠ 授权：Forbidden 实例（能登录但不让操作）；授权即时生效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2611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61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2336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最小权限：够用就行 + kubectl auth can-i 验证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12 章讲第三道门（准入控制与容器安全）——PSA 强制安全标准、SecurityContext 容器加固；第 13 章讲集群级安全（证书续期 / etcd 加密）。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“签发一张用户证书”在 Kubernetes 里相当于“创建一个用户”——为什么？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0078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733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v1.24 之前 SA 自动创建长期 token，为什么被改掉？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3113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0370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与 ClusterRole、RoleBinding 与 ClusterRoleBinding 的交叉组合，生效范围分别是什么？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3405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Role 里 apiGroups: [""] 是什么意思？写成 core/v1 会怎样？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644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train 证书有效但 get pods 报 Forbidden——问题出在哪道门？怎么修？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221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7947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给一个“只能看 default 命名空间 Pod 和日志”的账号，写出完整的 RBAC 方案（Role + Binding + 验证命令）。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1/2/3，考试高频）：必考 kubectl create role/clusterrole/rolebinding/clusterrolebinding；机制考 RBAC 三要素与范围、rules 三要素、认证 vs 授权；高频场景题：给用户/SA 配权限、跨命名空间失败排查；排障用 kubectl auth can-i（域 5）。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第11章 认证与授权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2026-08-16T12:03:15Z</dcterms:created>
  <dcterms:modified xsi:type="dcterms:W3CDTF">2026-08-16T12:03:15Z</dcterms:modified>
</cp:coreProperties>
</file>