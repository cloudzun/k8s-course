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12 章 准入与容器安全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第三道门 · Pod 安全标准 · 容器加固 · 镜像安全 · 策略即代码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09 Lab 7/8）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解释准入控制（Admission）的时机与角色，区分 Mutating 与 Validating 两类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7276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列举常见准入控制器（LimitRange / ResourceQuota / PSA）并说出它们各自拦什么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4825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Pod Security Admission 的三个级别（privileged / baseline / restricted）与命名空间标签实施方式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5511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2374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SecurityContext 的关键字段（runAsNonRoot / readOnlyRootFilesystem / capabilities）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0266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9923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 Pod 级与容器级 securityContext 的生效范围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502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47472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解释“SecurityContext 是自觉、PSA 是强制”的配合关系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95020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imagePullSecrets 的机制（私有仓库凭据怎么注入）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准入控制：第三道门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认证、授权之后、写入 etcd 之前——资源落地前的最后一道闸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Mutating 补默认值 · Validating 拒绝请求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LimitRange / ResourceQuota / PSA 都靠这一关执行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第 7 章“自动填 requests”“Forbidden 拒绝”都来自这里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时机与角色：第三道门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737360" cy="105156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（你是谁）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697480" y="1371600"/>
            <a:ext cx="1737360" cy="105156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3716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（你能干啥）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1920240" cy="105156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37160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准入控制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（请求合法吗？）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78040" y="1371600"/>
            <a:ext cx="1417320" cy="105156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137160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 etcd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331720" y="17556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17556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12280" y="17556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A8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→ 写入 etcd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8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 / 修改 → Forbidden / 补默认值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291840"/>
            <a:ext cx="54864" cy="9601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33756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角色：对象创建 / 更新 / 删除时，一组准入控制器按顺序检查（和修改）请求——这是“规则能拦在资源落地之前”的机制：LimitRange / ResourceQuota / PSA 都靠它，第 7 章的两层防线在这里执行。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48056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4805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准入是“资源落地前的最后一道闸”——认证授权决定“能不能来”，准入决定“来的是不是合格”；既能拒绝（Validating）也能修改（Mutating）。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两类控制器：Mutating 与 Validating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34747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Mutating（修改型）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修改请求内容（如自动填默认值）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LimitRange 给没写 requests 的 Pod 补默认值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Validating（校验型）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校验请求，不合法拒绝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LimitRange 超限拒绝、PSA 违规拒绝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0175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流程顺序：先 Mutating（补默认）→ 再 Validating（按补完的值校验）——LimitRange“先填默认值、再校验是否超限”是同一步里的两个阶段。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3657600"/>
            <a:ext cx="54864" cy="9144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7033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认知：第 7 章看到的“自动填 requests”和“Forbidden 拒绝”都是准入控制器的功劳——资源被拒绝时的报错（Forbidden / exceeded quota / violates PodSecurity）都来自这一关。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常见准入控制器：本章知识点的汇聚点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拦截 / 修改什么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对应章节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LimitRange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 Pod 资源上下限（填默认 + 校验）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7 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ResourceQuota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命名空间总量配额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7 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PodSecurity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 安全标准（§12.2）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ServiceAccount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自动挂 SA token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11 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NamespaceLifecycle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阻止在删除中的命名空间建资源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本章的“汇聚点”：PSA（§12.2）将在此执行 Pod 安全标准；LimitRange / ResourceQuota 的“拒绝”效果已在第 7 章亲手验证。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PSA：Pod 安全标准的强制执行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PSP 已废弃（v1.21 弃用、v1.25 移除）——一律使用 PSA 命名空间标签方式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三个安全级别：privileged（无限制）/ baseline（最小限制）/ restricted（最严格）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三个动作：enforce 强制 · audit 审计 · warn 警告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违规 Pod 创建即被拒绝——安全标准变成命名空间级强制规则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PSA · 三个安全级别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SecurityContext 靠 Pod“自觉”——谁能保证每个 Pod 都写了非 root？PSA 把安全标准变成“命名空间级的强制规则”：违规的 Pod 创建即被拒绝（准入校验）。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834640"/>
                <a:gridCol w="3840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级别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典型限制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privileged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无限制（默认，相当于没有 PSA）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baseline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最小限制（默认建议）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禁止 privileged、hostPath、hostNetwork / hostPID / hostIPC、特权端口等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restricted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最严格（生产核心）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baseline 全部 + 非 root（runAsNonRoot）、只读根文件系统、drop ALL、seccompProfile: RuntimeDefault 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389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级别选择：baseline 是生产默认（挡住最常见的高危配置）；restricted 给核心 / 多租户场景（要求苛刻，可能影响正常应用——需要应用配合加固）。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Seccomp Profile：restricted 的强制项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seccomp 限制容器能发起的系统调用——攻击面收敛：即使容器被攻破，危险 syscall 也被拦。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046720" cy="13716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087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securityContext: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seccompProfile: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RuntimeDefault    # 使用运行时的默认 seccomp 配置（containerd 内置）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type: Localhost + localhostProfile: 自定义 profile（进阶）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063240"/>
            <a:ext cx="54864" cy="7315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089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RuntimeDefault：containerd 内置的默认策略（阻断 mount / 未授权 ptrace 等危险调用）——restricted 级别要求它。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931920"/>
            <a:ext cx="54864" cy="7315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9776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不配置 = Unconfined（无限制）——v1.27+ 的新 Pod 默认带 RuntimeDefault 注释（行为向安全靠拢）。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09 Lab 8：seccomp 是 restricted 的强制项）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实施方式：命名空间标签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PSA 通过在命名空间上打标签实施（不是 Pod 上）——按命名空间定标准。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046720" cy="7315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08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label ns psa-demo pod-security.kubernetes.io/enforce=baseline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492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标签动作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enforce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强制：违规 Pod 创建被拒（最常用）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audit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允许创建，但记录审计日志（先观察再强制）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warn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允许创建，但给用户警告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4343400"/>
            <a:ext cx="54864" cy="5486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389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渐进式落地建议：先 warn / audit 观察哪些应用会违规 → 修好后再切 enforce——避免一上来强制把现有应用全拒了。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违规的后果：读懂 Forbidden 报错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13716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-n psa-demo run bad --image=busybox --privileged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from server (Forbidden): pods "bad" is forbidden: violates PodSecurity "baseline:latest":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privileged (container "bad" must not set securityContext.privileged=true)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报错三要素：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108960"/>
            <a:ext cx="54864" cy="4114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089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违反了哪个级别 → baseline（命名空间 enforce 标签定的标准）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611880"/>
            <a:ext cx="54864" cy="4114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6118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违反哪条规则 → privileged（禁止设置 securityContext.privileged=true）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114800"/>
            <a:ext cx="54864" cy="4114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148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怎么修 → must not set…：去掉违规字段，或换合规配置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61772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177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排障（域 5）：报错 violates PodSecurity = PSA 拦截——核对命名空间标签与 Pod 配置；实验 09 Lab 8 亲手验证。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SecurityContext：容器加固（12.3.1 / 12.3.2）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默认风险：容器内 whoami 是 root（实验 09 Lab 7 实测）——容器内 root 与宿主机共享内核权限，容器被攻破 = 拿到宿主机 root 级别能力（有逃逸风险）。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8046720" cy="23774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9164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securityContext:                      # Pod 级：对 Pod 内所有容器生效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runAsNonRoot: true                  # 禁止以 root（UID 0）运行，否则拒绝启动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runAsUser: 1000                     # 指定运行用户（UID）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fsGroup: 1000                       # 卷文件的属组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securityContext:                    # 容器级：只对本容器生效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readOnlyRootFilesystem: true      # 根文件系统只读（防写入恶意文件）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capabilities: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drop: ["ALL"]                   # 丢弃全部 Linux 能力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add: ["NET_BIND_SERVICE"]       # 按需加回（绑定低端口）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allowPrivilegeEscalation: false   # 禁止提权（setuid 等）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09 Lab 7：非 root 运行 + 只读根文件系统 + drop 能力的实测对比；关键字段逐一说明见下页）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四个关键字段：作用与防什么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29260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防什么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runAsNonRoot + runAsUser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 root 运行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容器逃逸、root 权限滥用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readOnlyRootFilesystem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根文件系统只读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恶意文件写入（挂载卷仍可写）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capabilities.drop: ["ALL"]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丢弃能力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危险内核能力（SYS_ADMIN 等）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allowPrivilegeEscalation: false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禁止提权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子进程提权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931920"/>
            <a:ext cx="54864" cy="8229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9776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生产常用组合：drop: ["ALL"] + add: ["NET_BIND_SERVICE"]（只留绑低端口的能力）——最小能力原则。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生效范围 · 自觉 vs 强制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3291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 级（spec.securityContext）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容器级（containers[].securityContext）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生效范围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 内所有容器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本容器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典型字段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runAsUser / runAsNonRoot / fsGroup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readOnlyRootFilesystem / capabilities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覆盖关系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容器级可以覆盖 Pod 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0040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200400"/>
            <a:ext cx="54864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2461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SecurityContext：Pod 自己声明安全要求（“我自觉”）——不写就没人管。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320040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3200400"/>
            <a:ext cx="54864" cy="9144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7"/>
          <p:cNvSpPr/>
          <p:nvPr/>
        </p:nvSpPr>
        <p:spPr>
          <a:xfrm>
            <a:off x="4846320" y="32461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PSA：命名空间强制标准（“你必须安全”）——不达标创建即拒。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生产配合：PSA 定红线（baseline / restricted 标签）+ SecurityContext 落实细节（非 root / 只读 / 丢能力）——restricted 要求的正是 SecurityContext 那套字段（循环关系：先学 SC 才知道 restricted 要求什么）。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镜像安全：凭据 · 最小镜像 · 签名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21031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创建凭据 Secret（存 .dockerconfigjson）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kubectl create secret docker-registry regcred \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--docker-server=&lt;仓库&gt; --docker-username=&lt;用户&gt; --docker-password=&lt;密码&gt;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Pod 声明使用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spec: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imagePullSecrets: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- name: regcred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kubelet 拉取时用该凭据认证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42900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429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imagePullSecrets 按命名空间生效——每个命名空间都要创建自己的凭据；Pod 必须显式引用（不会自动用）。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4023360"/>
            <a:ext cx="54864" cy="868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690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最小镜像：distroless / alpine 精简基础镜像——攻击面小、体积小（第 3 章感受过镜像体积影响）。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镜像签名（cosign 等）：发布时签名、部署时校验——防供应链攻击（进阶概念，知道存在即可）。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策略即代码：OPA Gatekeeper / Kyverno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PSA 只覆盖“Pod 安全”这一维度——生产还要约束“镜像来自可信仓库”“必须带资源限制”“禁止特定标签”等自定义策略。PSA 做不了，交给策略引擎：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046720" cy="132588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08760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Kyverno 策略示例（概念）：要求所有 Pod 必须带资源限制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kyverno.io/v1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ClusterPolicy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 { name: require-resources }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rules: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require-limits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match: { any: [{ resources: { kinds: ["Pod"] } }] }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validate: { message: "Pod 必须声明 resources", pattern: { spec: { containers: [{ resources: { limits: {} } }] } } }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3474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策略写法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OPA Gatekeeper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通用策略引擎（OPA / Rego）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Rego 语言 + ConstraintTemplate（学习曲线陡）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Kyverno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专为 K8s 设计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YAML 声明式（match + validate），上手快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526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PSA 的关系：PSA 是内置的“Pod 安全标准”（三级别）；Gatekeeper / Kyverno 是可编程的任意准入规则（超越 Pod 安全，管所有资源）。决策逻辑：只需要 Pod 安全标准 → PSA 够用；需要自定义 / 组织级策略 → 引入 Kyverno（YAML 友好）或 OPA Gatekeeper（表达力最强）。生产组合：PSA 定基线 + Kyverno / Gatekeeper 定组织级策略（镜像仓库白名单、必带标签、资源要求）。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准入控制（第三道门）：认证授权之后、写入 etcd 之前——Mutating 改请求（补默认值）、Validating 拒请求；LimitRange / ResourceQuota / PSA 都靠它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7276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PSA：三个级别（privileged / baseline / restricted）+ 三个动作（enforce / audit / warn）+ 命名空间标签实施——baseline 是生产默认，渐进式落地（warn → enforce）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4825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SecurityContext：runAsNonRoot / runAsUser（非 root）、readOnlyRootFilesystem（只读根）、capabilities drop / add（最小能力）、Pod 级 vs 容器级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5511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2374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自觉 vs 强制：SecurityContext 是声明、PSA 是执行——PSA 定红线、SC 落实细节；restricted 要求的正是 SC 那套字段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0266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9923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镜像安全：imagePullSecrets（私有仓库凭据，命名空间级）、最小镜像、签名（概念）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502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47472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衔接第 13 章：集群级安全（证书体系 / etcd 加密 / kubelet 安全）——从“Pod 安不安全”上升到“集群信任链安不安全”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0972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准入控制在请求处理流程的哪个位置？“补默认值”和“拒绝请求”分别是哪类控制器？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6642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章的“exceeded quota”报错，是哪道门拦下的？（提示：不是认证也不是授权）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23113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baseline 和 restricted 的核心区别是什么？生产默认推荐哪个？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82549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79806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一个应用必须以 root 跑（老镜像改不了），PSA enforce=restricted 会发生什么？怎么处理（提示：audit / warn 或专门命名空间）？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9242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92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3649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SecurityContext 的 runAsNonRoot: true 与 runAsUser: 1000 各自防什么？只写其中一个够吗？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95935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59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931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私有仓库的 Pod 拉镜像报 ImagePullBackOff（ErrImagePull），可能是什么原因？（提示：imagePullSecrets）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61772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6177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1/2/3）：kubectl label ns xxx pod-security.kubernetes.io/enforce=baseline、PSA 三级别三动作、SecurityContext 关键字段、imagePullSecrets；排障（域 5）：violates PodSecurity / ImagePullBackOff。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第12章 准入与容器安全</dc:title>
  <dc:subject>PptxGenJS Presentation</dc:subject>
  <dc:creator>Kubernetes 容器云原生实战课程</dc:creator>
  <cp:lastModifiedBy>Kubernetes 容器云原生实战课程</cp:lastModifiedBy>
  <cp:revision>1</cp:revision>
  <dcterms:created xsi:type="dcterms:W3CDTF">2026-08-16T12:03:15Z</dcterms:created>
  <dcterms:modified xsi:type="dcterms:W3CDTF">2026-08-16T12:03:15Z</dcterms:modified>
</cp:coreProperties>
</file>