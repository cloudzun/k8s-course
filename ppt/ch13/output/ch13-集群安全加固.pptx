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45720" cy="219456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章 集群安全加固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9DB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信任链三线 · 证书体系与续期 · etcd 静态加密 · kubelet 安全 · 审计日志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 容器云原生实战课程 · 配套实验手册（实验 09）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画出集群信任链：CA → 各组件证书 → 双向 TLS，说清“证书过期 = 集群瘫痪”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19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执行证书检查与续期（kubeadm certs check-expiration / renew）并知道续期后注意事项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2219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219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etcd 静态加密机制（EncryptionConfiguration、aescbc、identity 兜底）与验证方法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7249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249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 kubelet 的认证授权模式：anonymous 禁用 + Webhook 委托 apiserver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2278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 Secret 的安全边界：RBAC + 加密存储 + 最小权限（纵深防御）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730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说出“数据安全”的两道防线（静态加密 + 网络隔离）及各防什么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集群信任链总览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信任根是 CA：签发全部组件证书（第 3 章生成）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三条安全线：证书线 / 数据线 / 节点线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一句话总览：证书保通信、加密保落盘、kubelet 保入口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集群信任链总览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1143000"/>
            <a:ext cx="1371600" cy="566928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1161288"/>
            <a:ext cx="1280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 信任根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（第 3 章生成）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175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 签发全部组件证书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240280"/>
            <a:ext cx="54864" cy="1554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证书线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/ etcd / kubelet 组件证书——过期即瘫痪 → §13.2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240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240280"/>
            <a:ext cx="54864" cy="1554480"/>
          </a:xfrm>
          <a:prstGeom prst="rect">
            <a:avLst/>
          </a:prstGeom>
          <a:solidFill>
            <a:srgbClr val="D94F4F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数据线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27432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里的数据——Secret 默认明文 → §13.3 静态加密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2240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240280"/>
            <a:ext cx="54864" cy="1554480"/>
          </a:xfrm>
          <a:prstGeom prst="rect">
            <a:avLst/>
          </a:prstGeom>
          <a:solidFill>
            <a:srgbClr val="5BA85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节点线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API 访问控制——入口不裸奔 → §13.4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06908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一句话总览：证书保证“通信可信”，静态加密保证“落盘安全”，kubelet 安全保证“节点入口不裸奔”——三条线缺一不可。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组件证书全景（谁有证书）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 kubeadm init 生成的 PKI 体系（/etc/kubernetes/pki/）：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02920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6CE5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ca.crt / ca.key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信任根：签发所有其他证书（最宝贵，必须保管好）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apiserver.crt / key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 对外服务（kubectl/组件连它时验证）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apiserver-kubelet-client.crt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 → kubelet（§13.4 的客户端身份）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apiserver-etcd-client.crt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apiserver → etcd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etcd/ca.crt + server/peer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etcd 集群内部与客户端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front-proxy-ca.crt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聚合 API（扩展 apiserver）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26CE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sa.pub / sa.key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ServiceAccount token 签名（第 11 章）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注意：ca.key 是签发一切的私钥——泄露 = 攻击者可伪造任何组件身份；备份但要加密保管。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证书过期 = 集群瘫痪（为什么）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2468880" cy="10515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261872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双向 TLS 通信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双方互验证书（§2.6.3）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证书默认 1 年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468880" cy="105156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7288" y="1261872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证书过期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对方校验失败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x509: certificate has expired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35040" y="1188720"/>
            <a:ext cx="2468880" cy="1051560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44768" y="1261872"/>
            <a:ext cx="22494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通信中断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证书过期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 / 组件全连不上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8046720" cy="12801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25146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某组件证书过期 → 对方校验失败（x509: certificate has expired）→ 通信失败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apiserver 证书过期 → kubectl 连不上、所有组件连不上 → 集群“瘫痪”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kubelet 证书过期   → 节点与 apiserver 失联 → 节点 NotReady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11480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结论：证书续期是集群的例行运维（不是可选项）——剩余 &lt;90 天就安排续期。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检查与续期（例行运维）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kubeadm certs check-expiration    # 检查：每个证书的到期时间与剩余时间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kubeadm certs renew all           # 续期全部（到期时间顺延 1 年）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84832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CERTIFICATE                EXPIRES                  RESIDUAL TIME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admin.conf                 Aug 15, 2027 13:52 UTC   364d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apiserver                  Aug 15, 2027 13:52 UTC   364d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kubelet.conf               Aug 15, 2027 13:52 UTC   364d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续期后的注意事项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547872"/>
            <a:ext cx="237744" cy="237744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47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4930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控制面静态 Pod 由 kubelet 自动重建（加载新证书）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237744" cy="237744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31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87705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kubeconfig（admin.conf 等）不会自动更新 → kubeadm init phase kubeconfig admin 重新生成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315968"/>
            <a:ext cx="237744" cy="237744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159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26110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续期后验证：kubectl get nodes 正常；kubelet 节点证书自动轮换（实验 09 Lab 9）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生产实践：证书续期纳入例行维护（配合实验 12 维护窗口）；剩余 &lt;90 天就安排续期。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证书即身份 + TLS 密码套件加固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88036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kubeconfig 与证书（回顾）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kubeconfig 里的 client-certificate-data 就是用户身份证书（第 11 章 Lab 1 亲手签发过）——“身份”在 Kubernetes 里就是一张 CA 签发的证书，这条线从安装贯穿到用户管理。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3474720" cy="105156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8346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users[].user: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client-certificate-data: &lt;证书 base64&gt;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client-key-data: &lt;私钥 base64&gt;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31920" cy="2880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88720"/>
            <a:ext cx="54864" cy="288036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密码套件加固（安全敏感环境）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合规场景还要求限制 TLS 版本与密码套件（apiserver 启动参数，改 manifest）：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651760"/>
            <a:ext cx="3474720" cy="1234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74920" y="265176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--tls-min-version=VersionTLS12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--tls-cipher-suites=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TLS_ECDHE_RSA_WITH_AES_128_GCM_SHA256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核心认知：默认配置“安全够用”（Go 默认已排除弱套件）；等保 / 金融合规要求显式声明时按上例配置——改 apiserver manifest，与 §13.5 审计日志同类操作。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安全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通信层面：全链路 TLS（2379 / 2380）——没有明文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落盘层面：静态加密（EncryptionConfiguration）——Secret 默认明文是问题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备份层面：快照含明文 Secret——当敏感数据对待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通信加密 + 13.3.3 备份安全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9319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2971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通信层面：全链路 TLS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apiserver 用 apiserver-etcd-client 证书连 etcd（2379）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etcd 节点间用 peer 证书（2380）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结论：通信层面没有明文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apiserver ──(apiserver-etcd-client, 2379)──▶ etcd</a:t>
            </a:r>
            <a:endParaRPr lang="en-US" sz="9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26C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etcd ──(peer 证书, 2380)──▶ etcd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393192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188720"/>
            <a:ext cx="54864" cy="29718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325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备份安全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783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第 14 章 / 实验 12 的 etcd 快照也含明文 Secret（未配静态加密时）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240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备份文件 = 敏感数据：加密存储 + 异地 + 访问控制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974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风险级别：备份泄露 ≈ 磁盘泄露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3200400"/>
            <a:ext cx="3474720" cy="82296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327355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备份策略：加密存储 · 异地保存 · 访问控制——备份与磁盘同级别对待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能拿到 etcd 备份 / 数据文件的人 = 看到所有密码（未加密时）——这正是 §13.3.2 静态加密要解决的问题。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静态加密：机制与配置（数据线核心）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问题：etcd 里存的 Secret 默认是明文——base64 只是格式（第 8 章）！落盘即密文是目标：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114800" cy="320040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apiserver.config.k8s.io/v1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EncryptionConfiguration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resources: ["secrets"]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providers: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aescbc: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keys: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key1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secret: &lt;32字节随机密钥&gt;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identity: {}   # 兜底：解密旧数据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371600"/>
            <a:ext cx="54864" cy="32004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9" name="Text 7"/>
          <p:cNvSpPr/>
          <p:nvPr/>
        </p:nvSpPr>
        <p:spPr>
          <a:xfrm>
            <a:off x="5074920" y="1481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机制要点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187452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apiserver 写数据前加密、读数据时解密——落盘即密文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4920" y="253288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启用：--encryption-provider-config 参数（改 manifest，静态 Pod 自动重启）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74920" y="319125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provider 顺序 = 加密优先级：aescbc 加密写入，identity 兜底解密存量明文（必须放最后）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74920" y="384962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只对新写入的数据加密；旧数据下次更新时加密（最终一致）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（实验 09 Lab 9）完整实操：enc.yaml → 改 apiserver manifest → 容器内 etcdctl 验证加密前缀。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静态加密：验证与密钥管理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验证思路：创建新 Secret 后，读 etcd 原始数据应看到 k8s:enc:aescbc:v1:key1: 前缀（密文）；而 kubectl get secret 仍正常返回明文——对应用透明。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8046720" cy="187452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91640"/>
            <a:ext cx="7680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-n kube-system exec etcd-node1 -- etcdctl \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--endpoints=https://127.0.0.1:2379 \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--cacert=/etc/kubernetes/pki/etcd/ca.crt \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--cert=/etc/kubernetes/pki/etcd/server.crt \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--key=/etc/kubernetes/pki/etcd/server.key \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get /registry/secrets/&lt;ns&gt;/&lt;name&gt;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输出以 k8s:enc:aescbc:v1:key1: 开头（密文）→ 加密生效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749040"/>
            <a:ext cx="54864" cy="11430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58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etcdctl 要进容器执行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16966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kubeadm 宿主机不带 etcdctl；etcd 静态 Pod 走 hostNetwork，容器内 127.0.0.1 即宿主 etcd（实验 09 Lab 9 实测修正）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3749040"/>
            <a:ext cx="393192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3749040"/>
            <a:ext cx="54864" cy="11430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3858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密钥管理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92040" y="416966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密钥泄露 = 数据可解——生产用 KMS（云厂商密钥服务）托管密钥，让加密密钥与密文分离存储、可轮换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56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45720" cy="20116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B8C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安全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26517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kubelet 也有 API（10250）——入口必须认证授权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1089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默认基线：anonymous 禁用 + 认证授权全 Webhook 委托 apiserver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D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生产红线：不要改成 anonymous 允许或 AlwaysAllow（等于节点裸奔）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安全：10250 入口与认证授权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931920" cy="23774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/var/lib/kubelet/config.yaml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anonymous: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enabled: false   # 禁止匿名访问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webhook: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enabled: true    # TokenReview 认证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authorization: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mode: Webhook      # SubjectAccessReview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840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0" y="1097280"/>
            <a:ext cx="54864" cy="237744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2070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机制解读：全部委托 apiserver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83480" y="160020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认证：请求者 token 交给 apiserver 的 TokenReview 验证——kubelet 自己不存用户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83480" y="220370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授权：能否对 pod/xxx 做 exec 交给 SubjectAccessReview——与集群 RBAC 一套规则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83480" y="280720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谁连 10250：apiserver 取日志 / 执行命令 / metrics；匿名不禁 = 任何人都能操作节点容器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apiserver → kubelet 使用 apiserver-kubelet-client 证书（§13.2.1）——节点侧同样验证对端身份。（实验 09 Lab 9 查看安全配置）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160520"/>
            <a:ext cx="45720" cy="45720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一句话：kubelet 的入口与 apiserver 共用同一套身份体系——生产不要改成 anonymous 允许或 AlwaysAllow，那等于节点裸奔。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Server 审计日志（集群的“天眼”）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86868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事件（Events）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对象状态变化的流水账（第 15 章，1 小时 TTL）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54864" cy="86868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审计（Audit）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所有访问 apiserver 的请求全记录——谁（用户/SA）、何时、做了什么、结果如何——安全审计 / 合规 / 入侵检测的“天眼”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187452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3969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不记录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14600" y="2103120"/>
            <a:ext cx="1874520" cy="640080"/>
          </a:xfrm>
          <a:prstGeom prst="rect">
            <a:avLst/>
          </a:prstGeom>
          <a:solidFill>
            <a:srgbClr val="E8F8E8"/>
          </a:solidFill>
          <a:ln w="12700">
            <a:solidFill>
              <a:srgbClr val="5BA8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13969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Metadata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元数据（默认推荐）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2103120"/>
            <a:ext cx="1874520" cy="640080"/>
          </a:xfrm>
          <a:prstGeom prst="rect">
            <a:avLst/>
          </a:prstGeom>
          <a:solidFill>
            <a:srgbClr val="FFF3E0"/>
          </a:solidFill>
          <a:ln w="12700">
            <a:solidFill>
              <a:srgbClr val="E08A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13969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请求体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2103120"/>
            <a:ext cx="1874520" cy="640080"/>
          </a:xfrm>
          <a:prstGeom prst="rect">
            <a:avLst/>
          </a:prstGeom>
          <a:solidFill>
            <a:srgbClr val="FDECEA"/>
          </a:solidFill>
          <a:ln w="12700">
            <a:solidFill>
              <a:srgbClr val="D94F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13969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RequestResponse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响应体（最贵）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01752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记录粒度 → 成本递增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108960"/>
            <a:ext cx="4023360" cy="15544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10896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/etc/kubernetes/audit-policy.yaml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level: Metadata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 ["secrets"]   # 重点盯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level: RequestResponse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resources: ["pods"]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E8F0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level: None               # 兜底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3840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108960"/>
            <a:ext cx="54864" cy="1554480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200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存储与用途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83480" y="3520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输出：文件 / webhook 后端（--audit-log-path）→ 集中采集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38862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用途：谁删了 Secret（取证）→ 合规审查 → 入侵检测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42519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默认不启用：需 policy 文件 + apiserver 参数（改 manifest 重启生效）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生产建议：Metadata 起步（够审计用），敏感资源（Secret/证书）单独加细；RequestResponse 极少用（控制面压力大）；审计是等保合规常见要求。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密钥与数据安全（汇总）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39319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54864" cy="2331720"/>
          </a:xfrm>
          <a:prstGeom prst="rect">
            <a:avLst/>
          </a:prstGeom>
          <a:solidFill>
            <a:srgbClr val="326CE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的三道保护（§8.3.5 深化）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RBAC：谁能读 Secret（第 11 章授权）——读 Secret = 拿到全部值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1488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1488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静态加密：etcd 落盘密文（§13.3.2）——防备份 / 磁盘泄露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6060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最小权限：只创建 / 挂载需要的 Secret；定期轮换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154680"/>
            <a:ext cx="3474720" cy="685800"/>
          </a:xfrm>
          <a:prstGeom prst="rect">
            <a:avLst/>
          </a:prstGeom>
          <a:solidFill>
            <a:srgbClr val="E4EFE4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200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三者缺一不可：只有 RBAC，备份泄露就全完；只有加密，授权失控也没用——纵深防御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3931920" cy="2331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143000"/>
            <a:ext cx="54864" cy="23317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2618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网络隔离（第 9 章 NetworkPolicy 视角）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6916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静态加密防“数据被读走”；网络隔离防“流量到不了数据”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1488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数据库只允许业务 Pod 访问（podSelector 白名单）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6060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攻击者即使进集群也够不着数据库——纵深防御第一道物理防线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92040" y="3154680"/>
            <a:ext cx="3474720" cy="256032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2004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= 最后一道门：默认拒绝 + 白名单放行（§9.5）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纵深防御全景（第 9-13 章串起来）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1828800" cy="731520"/>
          </a:xfrm>
          <a:prstGeom prst="rect">
            <a:avLst/>
          </a:prstGeom>
          <a:solidFill>
            <a:srgbClr val="EEF2F7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0599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网络隔离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流量到不了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4023360"/>
            <a:ext cx="1828800" cy="731520"/>
          </a:xfrm>
          <a:prstGeom prst="rect">
            <a:avLst/>
          </a:prstGeom>
          <a:solidFill>
            <a:srgbClr val="EEF2F7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06040" y="40599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RBAC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权限拿不到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4023360"/>
            <a:ext cx="1828800" cy="731520"/>
          </a:xfrm>
          <a:prstGeom prst="rect">
            <a:avLst/>
          </a:prstGeom>
          <a:solidFill>
            <a:srgbClr val="EEF2F7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40599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静态加密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读走解不开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4023360"/>
            <a:ext cx="1828800" cy="731520"/>
          </a:xfrm>
          <a:prstGeom prst="rect">
            <a:avLst/>
          </a:prstGeom>
          <a:solidFill>
            <a:srgbClr val="EEF2F7"/>
          </a:solidFill>
          <a:ln w="12700">
            <a:solidFill>
              <a:srgbClr val="326C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059936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审计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出事查得到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95728" y="4160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07408" y="4160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19088" y="416052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89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704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信任链三线：证书（通信可信）/ 静态加密（落盘安全）/ kubelet 安全（节点入口）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8249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82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65506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证书体系：ca.key 最宝贵；过期 = 集群瘫痪；check-expiration / renew 例行化（kubeconfig 需手动重生成）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1671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etcd 静态加密：aescbc 写 + identity 兜底读存量；验证看 k8s:enc:aescbc:v1:key1:；生产密钥用 KMS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066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06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791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安全：anonymous 禁用 + 认证授权全 Webhook 委托——与集群一套身份体系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218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9125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 三道保护：RBAC + 静态加密 + 最小权限——纵深防御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30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全景：网络隔离 → RBAC → 静态加密 → 审计（机制在本章，流程在第 14 章运维）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09 Lab 9（本章核心实操）：kubeadm certs check-expiration / renew + etcd 静态加密完整实操（enc.yaml → manifest → etcdctl 验证）+ kubelet 安全配置查看。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26C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5B7A5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2529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25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为什么说“证书过期 = 集群瘫痪”？apiserver 与 kubelet 证书过期的影响面分别是什么？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1792224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75564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静态加密只对新写入的数据生效，旧 Secret 怎么办？（提示：identity 兜底 + 更新时加密）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359152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59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232257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 etcd 备份文件能解密吗？没配静态加密呢？配了但密钥也泄露了呢？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8895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kubelet 的 anonymous 改成允许会有什么风险？Webhook 模式的意义是什么？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493008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93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34564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数据安全的纵深防御有几层？各防什么？（网络隔离 / RBAC / 静态加密 / 审计）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347472" cy="347472"/>
          </a:xfrm>
          <a:prstGeom prst="ellipse">
            <a:avLst/>
          </a:prstGeom>
          <a:solidFill>
            <a:srgbClr val="326C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4023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证书续期后为什么 kubeconfig 可能需要重新生成？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6177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CKA 考点（域 1/3）：kubeadm certs check-expiration / renew · EncryptionConfiguration（aescbc / identity）· kubelet 认证授权（Webhook）· Secret 安全边界；排障（域 5）：x509: certificate has expired。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第13章 集群安全加固</dc:title>
  <dc:subject>PptxGenJS Presentation</dc:subject>
  <dc:creator>Kubernetes 容器云原生实战课程</dc:creator>
  <cp:lastModifiedBy>Kubernetes 容器云原生实战课程</cp:lastModifiedBy>
  <cp:revision>1</cp:revision>
  <dcterms:created xsi:type="dcterms:W3CDTF">2026-08-16T12:03:16Z</dcterms:created>
  <dcterms:modified xsi:type="dcterms:W3CDTF">2026-08-16T12:03:16Z</dcterms:modified>
</cp:coreProperties>
</file>