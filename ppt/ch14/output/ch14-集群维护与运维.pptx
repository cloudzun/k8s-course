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 集群维护与运维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 · 节点维护流程 · 集群升级 · etcd 备份策略 · 控制面高可用 · 运维日历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12）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说出运维的四大对象（节点/控制面/数据/版本）与各自的例行动作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执行完整的节点维护流程（cordon → drain → 维护 → uncordon），解释 PDB 的保护作用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9397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描述集群升级的完整流程（准备 → 控制面 → worker 逐台 → 验证），解释顺序背后的原因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694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说出升级的版本兼容窗口（为什么不能跳版本）与回滚预案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072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44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etcd 备份策略（周期/保留/异地/恢复演练），解释“恢复会丢什么”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解释控制面高可用架构（多控制面 + 负载均衡）与 etcd Raft 奇数节点的原理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95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掌握命名空间配额治理与对象清理的运维视角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运维思维：从“命令”到“流程”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本章定位：从“会敲命令”升级为“懂流程”——维护窗口、升级、备份都是流程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集群运维围绕四大对象：节点 / 控制面 / 数据 / 版本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运维铁律：先备份再动集群、先演练再上生产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运维思维：从“命令”到“流程”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13 章的每个机制（drain/备份/证书）在运维中不是孤立命令，而是流程的一部分——集群运维围绕四个对象：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例行动作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机制来源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维护窗口（cordon/drain/uncordon）、污点隔离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证书续期、etcd 备份、升级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13 章、本章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备份策略、恢复演练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升级、回滚预案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运维铁律：先备份再动集群（升级/维护/恢复前），先演练再上生产（恢复演练、升级演练）——流程的价值在于“出事时有预案”。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节点管理流程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维护窗口三步曲：cordon → drain → 维护 → uncordon（先挡新、再腾空、后恢复）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异常处理：本地卷 / PDB 拦截 / 驱逐失败三场景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PDB 业务保护 + 污点隔离：故障隔离、专用节点、灰度节点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维护窗口三步曲（流程化）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§6.5 讲过机制，运维视角是完整流程：先挡新 → 再腾空 → 后恢复（实验 12 · Lab 3 节点维护演练）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14173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cordon node2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隔离：新 Pod 不调度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55448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drain node2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排空：业务优雅迁移，PDB 约束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55448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执行维护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换硬件 / 重启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1554480"/>
            <a:ext cx="169164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554480"/>
            <a:ext cx="54864" cy="14173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45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uncordon node2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057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恢复调度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246120"/>
            <a:ext cx="54864" cy="1188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为什么分三步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703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cordon 与 drain 分开是为了平滑——先挡新流量（存量业务不受影响），再逐台腾空（配合 PDB 保证可用性），维护完恢复；“排空 = 业务无感迁移”依赖第 4 章的优雅终止与第 6 章的 PDB（两条链路的汇合点）。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验证点：drain 后确认业务全在别处；uncordon 后确认节点 Ready——每一步都有验证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Drain 异常处理与业务保护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1089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卡住现象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cannot delete Pods with local storage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挂了本地卷（emptyDir/hostPath）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drain 加 --delete-emptydir-data（确认数据可丢后）；或先处理这些 Pod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drain 一直 Pending（PDB 拦）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应用可用副本已低于 PDB 下限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评估：等业务恢复 / 临时调 PDB / --disable-eviction 强驱（慎用）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驱逐后 Pod 起不来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调度不满足（资源/亲和/污点）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修调度条件；或 --force 跳过驱逐校验（慎用）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06324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PDB 与业务保护（运维视角）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核心服务必须配 PDB（min-available / max-unavailable）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drain 被拦（ALLOWED DISRUPTIONS = 0）→ 先评估再决定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维护窗口前检查 kubectl get pdb -A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306324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污点隔离（节点级运维手段）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35204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故障隔离：NoExecute 先驱逐（快速止损），再排查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专用节点：GPU/高内存打污点，只放匹配负载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灰度节点：新版本节点先隔离，验证完再放开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铁律：--force / --disable-eviction 是“明确后果”的开关——先想清楚再传；PDB 卡住时优先“解决问题”而不是“绕开保护”。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集群升级：完整流程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升级前先做三件事：备份 etcd / 版本窗口 / 兼容性说明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顺序铁律：kubeadm → 控制面 → worker 逐台（容量只少一台）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失败回滚靠 etcd 快照；版本兼容窗口 ±1 次版本（不能跳版本）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Addons 升级是容易漏的一环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升级准备与升级顺序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2801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 etcd（§14.4）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升级失败要能回滚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upgrade plan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044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查看当前可升级的版本与依赖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43000"/>
            <a:ext cx="54864" cy="12801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280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读兼容性说明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 breaking changes（如 API 移除）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升级顺序（为什么是这个顺序）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升级 kubeadm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先升安装工具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031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402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0" name="Text 28"/>
          <p:cNvSpPr/>
          <p:nvPr/>
        </p:nvSpPr>
        <p:spPr>
          <a:xfrm>
            <a:off x="23317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控制面 apply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upgrade apply：迁移组件 + 更新证书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033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404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控制面 kubelet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kubelet/kubectl 升级 + 重启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406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971800"/>
            <a:ext cx="45720" cy="12344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worker 逐台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321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drain → 升级 → upgrade node → uncordon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03720" y="3429000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40880" y="2971800"/>
            <a:ext cx="1463040" cy="1234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2971800"/>
            <a:ext cx="45720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验证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4564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Ready + 新版本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12 · Lab 2 kubeadm 集群升级：先 kubeadm → 控制面 apply → worker 逐台 drain/upgrade/uncordon；升级前先备份是铁律）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升级顺序背后的原因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先升：旧 kubeadm 不认识新版本的升级流程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控制面先行：apiserver 新版本才能接受新版本 worker 的注册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逐台：一台一台 drain/升级/恢复——集群容量只少一台，业务无感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版本一致：最终所有节点同版本（跨一个次版本兼容，但一致最稳）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升级中的业务保障（三条机制叠加）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升级时：drain（PDB 约束逐个驱逐）→ 业务 Pod 迁移到其他节点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→ 滚动/重建（第 5 章）→ 优雅终止（第 4 章）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三层保障：PDB（驱逐有保护）+ 优雅终止（下线不丢请求）+ 多副本（迁移有备份）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失败回滚与版本兼容窗口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2743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失败与回滚预案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升级失败先看 kubeadm upgrade plan 的兼容性提示（多数失败是版本/依赖问题）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回滚手段：etcd 快照恢复到升级前（§14.4）——这就是“升级前备份”的意义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部分失败（某 worker 没起来）：单独修复该节点，不要回滚整个集群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61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版本兼容窗口（不能跳版本）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691640"/>
            <a:ext cx="3474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691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不支持跨次要版本升级：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1.36 → 1.37 → 1.38（每次只升一个次版本）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原因：控制面与节点的版本差有上限（±1 次版本），跳版本会导致不兼容。升级要一步一步来——多次小版本升级 vs 一次大跳。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1/5）：必考流程——升级顺序、节点维护流程、etcd 备份恢复五步；排障关联（域 5）——升级失败先看 upgrade plan 的提示。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Addons 升级管理（容易漏的一环）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upgrade 只升级核心组件（控制面 + kubelet）——不升级 Addons（CNI 插件、CoreDNS、ingress-nginx、metrics-server 等）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升级后核对清单：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CNI（Calico）：版本是否兼容新 K8s？→ 查官方兼容矩阵，按需升级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（升级 CNI 是高风险操作，先 drain 或选低峰）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CoreDNS：kubeadm 会提示可升级版本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kubectl -n kube-system rollout restart deploy/coredns 前先确认镜像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其他组件（ingress-nginx/metrics-server/dashboard）：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各自按官方发布节奏升级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生产教训：K8s 升级后“集群正常但功能异常”（网络策略失效/ingress 行为变化/指标没了），八成是 Addons 版本不兼容——把 Addons 升级写进升级流程清单（14.3.2 顺序口诀的补充项）。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节点自动扩缩（Cluster Autoscaler/Karpenter，云环境）概念见第 7 章 §7.3.2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备份策略：不只是“存个快照”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/ 实验 12 已实操快照命令，本章讲策略——备份的三个决策：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每日 + 每次重大变更（升级/迁移）后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恢复丢失窗口最小化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滚动保留 N 份（如 7 天）+ 月度归档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防磁盘膨胀 + 可回退到更早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异地（与集群分离：另一台机器/对象存储）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集群整体故障（机房挂）时备份还能用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备份文件加密存储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备份里有 Secret（第 13 章 §13.3.3）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12 · Lab 1 etcd 备份与恢复：snapshot save/status/restore 五步 + 备份策略认知）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恢复演练：“恢复会丢什么”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44805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 = 集群回滚到快照时刻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069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之后的所有变更（新建的 Pod、修改的配置）都会丢失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恢复前先想清楚：快照时刻到现在丢了什么？丢得起吗？——往往“丢几分钟数据”优于“集群瘫痪”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定期演练：备份能不能用，只有恢复过才知道——CKA 的 etcd restore 题考的就是流程熟练度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143000"/>
            <a:ext cx="3383280" cy="16002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114300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停 apiserver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snapshot restore 到新目录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替换数据目录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恢复 manifest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验证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恢复流程五步（实验 12 · Lab 1）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验证闭环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3429000"/>
            <a:ext cx="338328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备份(snapshot save) → 验证(snapshot status)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演练(restore 到临时环境) → 定期循环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“备份 + 验证 + 演练”三件套缺一不可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运维铁律：没有验证过的备份 = 没有备份。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控制面高可用（概念层）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017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3 章的单控制面集群有一个单点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控制面节点挂了：kubectl 连不上、调度停摆、业务 Pod 状态无法维持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生产环境控制面必须冗余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多控制面架构（kubeadm 支持）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840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负载均衡器（VIP 192.168.0.100:6443）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 ×3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2487168"/>
            <a:ext cx="128016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560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master3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+ etcd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584448"/>
            <a:ext cx="3840480" cy="45720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630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工作节点 Worker × 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/ worker 只连 VIP——任一控制面节点挂掉，其他两个继续服务（控制面无单点）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--control-plane-endpoint：给多个控制面一个统一入口（负载均衡 VIP）——kubectl/worker 都连它；kubeadm 用 --control-plane-endpoint 指定 VIP、join --control-plane 加入其余节点。架构细节（kubeadm 配置/证书分发）是进阶运维内容——本章建立概念，知道生产长什么样。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Raft：为什么是奇数节点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集群用 Raft 共识算法（第 2 章 §2.4.2）：写操作需要多数派（超过一半）节点确认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节点 etcd：容忍 1 台挂（2/3 仍是多数派）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节点 etcd：容忍 2 台挂（3/5 仍是多数派）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偶数节点（如 4）：挂 2 台 = 2/4 不是多数派 → 集群只读/不可用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4 节点不比 3 节点更“高可用”（容错数相同），还多花钱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49040"/>
            <a:ext cx="64008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490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为什么奇数：N 节点能容忍 (N-1)/2 台故障——3 和 4 容错都是 1 台，4 没有意义；所以 etcd 用 3/5/7 奇数节点（CKA 必考概念）。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恢复会丢“快照之后的变更”，但升级失败回滚时——丢几分钟数据远优于集群瘫痪（呼应 §14.4.2）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高可用与灾备架构（HA/DR）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4389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灾备等级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RPO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 基础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4h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24h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快照 + 异地存储（§14.4）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 标准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1h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快照 + PV 快照（第 10 章）+ Velero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L3 高级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15min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多集群主备 + 数据同步 + DNS 切换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 同城双活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AZ 集群 + 全局负载均衡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故障域设计：故障域从小到大（容器 → Pod → 节点 → 机架 → AZ → 区域）——单个故障域失败不应导致服务完全不可用；控制面跨 2 个故障域，核心业务 Pod 跨 2 个 AZ（topologyKey: zone）。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Velero = 集群对象备份（Deployment/ConfigMap/…）+ PV 数据备份 → 整应用级恢复、跨集群迁移、集群级灾难恢复（etcd 都丢了也能救回应用）。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617720"/>
            <a:ext cx="45720" cy="411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617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决策逻辑：etcd 快照保“集群本身”、Velero 保“业务应用”——生产灾备是两者组合（L2 及以上等级标配 Velero）。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运维日历与资源治理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SRE 规范的落地载体——把“该做的事”固定成日历，与第 16 章 SRE 规范配套：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运维项目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执行标准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监控告警巡检 + Pod 异常扫描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自动化巡检脚本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资源利用率分析 + 容量趋势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requests vs 实际使用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证书有效期检查 + etcd 碎片整理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剩余 &lt; 90 天必须续期（第 13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每季度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安全漏洞扫描 + RBAC 权限审计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Trivy + kubectl auth can-i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每半年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灾备演练（etcd 恢复 + Velero 恢复）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必须验证 RTO/RPO 达标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K8s 版本升级（不跨大版本）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 staging → 再 production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148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11480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87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命名空间与资源治理（运维视角）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4988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配额巡检：kubectl get resourcequota -n &lt;ns&gt;——哪些命名空间接近配额（该扩容/清理了）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对象清理：无用命名空间直接删（连带清空）；残留的 Failed/Completed Pod 定期清理（CronJob 的 historyLimit 配合）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资源账单：按命名空间聚合用量（kubectl top + 配额数据）——成本归属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 = 流程：维护窗口三步曲、升级五步走、备份三件套——每个动作都有“为什么这个顺序”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节点维护：cordon（挡新）→ drain（排空，PDB 保护）→ 维护 → uncordon；污点用于故障隔离/专用节点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升级：备份 → kubeadm 先升 → 控制面 apply → worker 逐台 → 验证；不能跳版本（±1 兼容窗口）；回滚靠 etcd 快照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备份策略：每日+变更后、滚动保留、异地存放、定期恢复演练（“没验证过的备份 = 没有备份”）；恢复丢“快照之后的变更”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控制面高可用：多控制面 + VIP（--control-plane-endpoint）；etcd Raft 奇数节点（3/5/7，容错 (N-1)/2）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治理：配额巡检、对象清理、按命名空间归账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15 章讲可观测性（监控/日志/事件三支柱）——“集群管得好不好”要用数据说话；第 16 章讲排障方法论（故障来了怎么查）。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为什么维护节点要“先 cordon 再 drain”而不是直接 drain？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 worker 时为什么要逐台而不是全部一起升？（提示：集群容量与业务）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kubeadm 不能跨次要版本升级？跳版本会怎样？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备份恢复后，“丢失”的是什么？升级失败回滚时为什么能接受这个丢失？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etcd 比 3 节点更可靠吗？为什么？（提示：Raft 多数派）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“没有验证过的备份 = 没有备份”——怎么才算“验证过”？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考点标注（域 1/5）：必考命令 etcdctl snapshot save/status/restore；必考流程——etcd 备份恢复五步、升级顺序、节点维护流程；必考概念——Raft 奇数节点、--control-plane-endpoint、版本兼容窗口。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第14章 集群维护与运维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2026-08-16T12:03:16Z</dcterms:created>
  <dcterms:modified xsi:type="dcterms:W3CDTF">2026-08-16T12:03:16Z</dcterms:modified>
</cp:coreProperties>
</file>