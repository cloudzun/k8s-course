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9601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15 章 可观测性：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监控、日志与事件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三支柱体系 · 指标与 Prometheus · 日志收集模式 · 事件与审计 · 排障入口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05 / 10 / 14）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说出可观测性三支柱（指标/日志/事件）各自回答什么问题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区分实时指标（metrics-server / kubectl top）与完整监控（Prometheus 体系）的定位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 Prometheus 体系的最小架构（采集/存储/告警/展示）——不深挖 PromQL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Kubernetes 的日志架构（stdout 标准）与两种收集模式（sidecar / daemonset）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知道事件的来源与用途（kubectl get events）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理解审计日志的概念（apiserver 请求全记录）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5445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用三支柱配合定位一个故障（哪个支柱回答哪一步）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可观测性三支柱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三个问题对应三个数据源：指标 / 日志 / 事件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互相印证：事件指方向、日志给细节、指标做佐证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生产可观测性 = 三者组合（Traces 见 §15.5）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可观测性三支柱：三个问题三个数据源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“集群出问题了吗？出在哪？为什么？”——三个问题对应三个数据源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19456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 Metrics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现在用量如何？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kubelet / 应用暴露数字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top、Prometheus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 Logs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应用说了什么？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 stdout / stderr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logs、ELK/Loki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 Events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集群发生了什么？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apiserver 对象变化记录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get events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520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读图要点：三支柱各回答一个问题、互相印证——事件指方向（哪里变了）、日志给细节（应用内部）、指标做佐证（资源层面）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0690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排障分工：事件指方向（哪里变了）→ 日志给细节（应用内部）→ 指标做佐证（资源层面）——互相印证，第 16 章展开。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05 Lab 1/2：指标链路实操；实验 10 Lab 1：describe / logs / events 三板斧）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指标（Metrics）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实时指标：metrics-server + kubectl top（第 7 章回顾）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完整监控：Prometheus 体系（历史 + 告警 + 可视化）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PromQL 极简实战：至少会看一条典型查询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生产指标实践：利用率 / 应用指标 / 告警分层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实时指标：metrics-server（第 7 章回顾）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指标链路：kubelet → metrics-server → metrics API——运维视角的用途：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top node          # 每个节点的 CPU/内存用量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top pod -A        # 每个 Pod 的用量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514600"/>
            <a:ext cx="54864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33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9992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实时快照、零配置、够 HPA 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251460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514600"/>
            <a:ext cx="54864" cy="1234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633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92040" y="29992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不存历史（看不了趋势）、不告警、粒度粗（节点 / Pod 级）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“实时”的含义：metrics-server 只保留当前快照——历史趋势要靠 Prometheus 体系（§15.2.2）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05 Lab 1：安装 metrics-server → kubectl top node/pod 有数）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完整监控：Prometheus 体系（概念）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生产级监控需要历史、告警、可视化——这就是 Prometheus 生态（CNCF 毕业项目）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64592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kubelet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164592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299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node-exporter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164592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9689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应用 /metrics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95728" y="1938528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 scrape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（定期拉）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691640"/>
            <a:ext cx="1828800" cy="1280160"/>
          </a:xfrm>
          <a:prstGeom prst="rect">
            <a:avLst/>
          </a:prstGeom>
          <a:solidFill>
            <a:srgbClr val="E8F4FD"/>
          </a:solidFill>
          <a:ln w="19050">
            <a:solidFill>
              <a:srgbClr val="326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691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（时序库 + PromQL）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37744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4630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 Alertmanager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规则触发 → 通知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286000"/>
            <a:ext cx="2377440" cy="658368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2860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 Grafana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 / 大盘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663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66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8046720" cy="96012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383280"/>
            <a:ext cx="64008" cy="960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38328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决策逻辑：教学/小集群 → metrics-server 够用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→ Prometheus 体系（历史 + 告警 + 大盘）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部署形态：kube-prometheus-stack（Prometheus + Grafana + 告警一体，Helm 一键装）——知道存在与用途即可，不用手搓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PromQL 极简实战（会看、会写一条就够）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查询语言——至少掌握一条典型查询；rate = 每秒增量（计数器最常用处理）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658368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节点 CPU 使用率（rate 处理计数器）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100 - (avg by (instance) (rate(node_cpu_seconds_total{mode="idle"}[5m])) * 100)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container_memory_usage_bytes{namespace="default"}   # Pod 内存用量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8046720" cy="713232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1284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alert: NodeCPUHigh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expr: (100 - (avg by (instance) (rate(node_cpu_seconds_total{mode="idle"}[5m])) * 100)) &gt; 80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for: 5m        # 持续 5 分钟才告警（防抖动）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采集配置：ServiceMonitor——Prometheus Operator 用它声明“抓哪些服务的指标”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804672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401568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monitoring.coreos.com/v1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ServiceMonitor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myapp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 { matchLabels: { app: myapp } }   # 选 Service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endpoints: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port: metrics                              # 指标端口（应用暴露 /metrics）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核心认知：指标采集的“最后一公里”= 应用暴露 /metrics + ServiceMonitor 声明抓取（kube-prometheus-stack 已帮你做好）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生产指标实践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三类指标 + 三层告警：从基础设施到业务体验，逐层贴近用户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2103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利用率指标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CPU / 内存利用率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用量与 requests 的比值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（结合第 7 章 requests/limits）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17320"/>
            <a:ext cx="54864" cy="2103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应用指标（RED，进阶）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请求量（QPS）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错误率（Errors）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延迟（Duration）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417320"/>
            <a:ext cx="54864" cy="21031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告警分层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节点级：NotReady / 磁盘满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Pod 级：重启次数 / 探针失败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应用级：错误率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告警是生产值班的核心：规则（CPU &gt; 80% 持续 5 分钟）→ Alertmanager 通知 → 处理闭环（§15.2.2）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05 Lab 2：启用 HPA——指标的实际消费者，指标链路闭环；实验 14：kube-prometheus-stack 实操）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日志（Logs）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kubectl logs 的边界：单 Pod、当前容器、不持久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日志架构：stdout 是标准（运行时捕获 + 轮转）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收集模式：daemonset（主流）vs sidecar（文件化老应用）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生产实践：分级采样 / 敏感脱敏 / 保留策略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logs 的边界 · stdout 是标准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98448"/>
            <a:ext cx="8046720" cy="7772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9844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               # 当前容器日志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 -c &lt;容器&gt;      # 多容器指定容器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 --previous    # 崩溃前的日志（排障核心）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4028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40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注意：容器重启后 kubectl logs 只能看到“当前容器”的日志——看上一个（崩溃的）实例要用 --previous；容器删除 = 日志消失（kubectl 层面）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日志架构：stdout 是标准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容器把日志写到 stdout/stderr → 容器运行时（containerd）捕获并轮转 → 每节点落盘 /var/log/containers/（kubelet 供 kubectl logs 读取）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应用不需要写文件——写文件（普通文件卷）反而麻烦：轮转、清理、收集都要自己管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打日志 = 打 stdout——K8s 应用的日志铁律：镜像里配好日志输出到 stdout，后面的收集才顺。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日志收集模式：daemonset vs sidecar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logs 只能看单 Pod；生产要把所有 Pod 的日志集中（检索 / 告警 / 合规）——两种收集模式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691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36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模式一：daemonset 收集（每节点一个，主流）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每个节点一个采集 Pod（filebeat / fluentd / vector）→ 读 /var/log/containers/ → 发到集中存储（ES/Loki/S3）→ Kibana/Grafana 检索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6700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优点：一个 DaemonSet 管全集群、应用无感知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缺点：采集器自己也要日志（注意循环）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17320"/>
            <a:ext cx="54864" cy="16916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536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模式二：sidecar 收集（每 Pod 一个，特殊场景）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里：主容器（写日志文件）+ sidecar 容器（读文件转发）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26700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优点：应用日志文件化（老应用只写文件）、可加过滤/格式转换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缺点：每个 Pod 多一个容器（资源/复杂度翻倍）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2461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46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选型：默认 daemonset 模式（第 5 章 DaemonSet 的典型场景）；sidecar 只用于“必须文件化”的老应用。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生产日志实践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187952"/>
            <a:ext cx="2560320" cy="6400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87952"/>
            <a:ext cx="45720" cy="6400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24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日志分级与采样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498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ERROR/WARN/INFO 分级，采样防日志爆炸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0" y="4187952"/>
            <a:ext cx="2560320" cy="6400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4187952"/>
            <a:ext cx="45720" cy="6400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4224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敏感信息脱敏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4498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日志里别打密码——Secret 不落日志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4187952"/>
            <a:ext cx="2560320" cy="6400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040" y="4187952"/>
            <a:ext cx="45720" cy="6400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4224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保留策略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4498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合规要求 vs 存储成本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 · 审计 · 分布式追踪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事件：apiserver 记录的对象变化流水账（get events）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审计：记录访问 apiserver 的所有请求（谁/何时/做了什么）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追踪：一个请求的完整路径（Trace/Span，慢在哪一环）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三支柱 + 追踪齐备，才能高效定位微服务故障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事件（Events）与审计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事件：对象状态变化的流水账（第 2 章 describe 里见过）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8046720" cy="658368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8988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events -A                       # 全集群事件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events --sort-by=.lastTimestamp    # 按时间排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xxx                        # 单对象的事件（Events 段）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典型事件：Scheduled（调度成功）、Pulled（拉镜像）、FailedScheduling（调度失败）、Unhealthy（探针失败）、Killing（终止）、BackOff（重启退避）——排障时“发生了什么”的第一手来源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65176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51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注意：Event 是临时的（默认 1 小时左右清理）——出问题要“趁热看”；生产可配置事件持久化（进阶）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审计日志：apiserver 请求全记录（概念）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566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pod web-1  →  审计日志：用户 kubernetes-admin 在 12:00:03 DELETE pods/web-1（200 OK）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用途：安全审计（谁删了 Secret？）、合规、取证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默认不启用（要配置 AuditPolicy 指定记录级别）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一句话：事件 =“对象发生了什么”；审计 =“谁对 apiserver 做了什么”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分布式追踪（Tracing）：请求的一生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问题：微服务里一个请求经过 A → B → C，出问题时“慢在哪一环”？日志（局部）与指标（统计）都答不了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28016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用户请求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0" y="1463040"/>
            <a:ext cx="13716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span: 5ms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0" y="1463040"/>
            <a:ext cx="155448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订单服务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span: 120ms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1463040"/>
            <a:ext cx="1371600" cy="640080"/>
          </a:xfrm>
          <a:prstGeom prst="rect">
            <a:avLst/>
          </a:prstGeom>
          <a:solidFill>
            <a:srgbClr val="FDECEA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span: 95ms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15727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15727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40680" y="15727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23360" y="2286000"/>
            <a:ext cx="1554480" cy="54864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库存服务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span: 40ms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89320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4F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└─ 慢在这里！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29077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traceID 贯穿所有 span → 火焰图/瀑布图 → 一眼定位“慢在哪一环”；技术栈：OpenTelemetry SDK + Jaeger/Tempo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2918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核心概念（OpenTelemetry 标准——云原生追踪事实标准）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61188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Trace（追踪）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一个请求的全链路，由 traceID 关联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61188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61188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Span（跨度）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2900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链路上的一段：一次服务调用/操作，含耗时与状态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61188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361188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传播（Propagation）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7220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请求头携带 traceID 传递（traceparent 头），各服务把 span 上报到追踪后端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6451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核心认知：Metrics“出问题了”· Logs“说了什么”· Traces“慢在哪一环”——三支柱 + 追踪齐备，才能高效定位故障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排障入口：三支柱怎么配合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用第 16 章会展开的方法论，提前看一眼三支柱的配合——从现象出发，三步定位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47548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475488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故障现象：应用 502——从现象出发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80467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901952"/>
            <a:ext cx="54864" cy="47548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019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事件：kubectl get events -A →“Unhealthy”（readiness 探针失败）→ 定位到某个 Pod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32304"/>
            <a:ext cx="8046720" cy="47548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432304"/>
            <a:ext cx="54864" cy="47548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3230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日志：kubectl logs &lt;pod&gt; --previous →“OutOfMemoryError”→ 定位根因方向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80467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962656"/>
            <a:ext cx="54864" cy="47548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96265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指标：kubectl top pod → 内存 800Mi / limit 512Mi（OOM 佐证）→ 确认根因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93008"/>
            <a:ext cx="8046720" cy="47548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493008"/>
            <a:ext cx="54864" cy="475488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4930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修复：调内存 limits（第 4 章）→ 验证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分工记忆：事件指方向、日志给细节、指标做佐证——第 16 章排障方法论的数据侧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10 Lab 1：排查三板斧——describe（事件）/ logs / events 的标准动作）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三支柱：指标（用量）/ 日志（说了什么）/ 事件（发生了什么）——互相印证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指标：metrics-server（实时、零配置、供 HPA）→ Prometheus 体系（历史 + 告警 + 大盘，生产标准）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日志：stdout 是标准（运行时捕获 + 轮转）；收集默认 daemonset 模式，sidecar 用于文件化老应用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事件：对象状态变化流水账（describe 的 Events 段 / get events）——临时性（约 1 小时）要趁热看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审计：apiserver 请求全记录（谁、何时、做了什么）——默认不启用，安全 / 合规用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追踪：Trace / Span——请求“慢在哪一环”（生产可观测性完整版）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5445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排障分工：事件指方向 → 日志给细节 → 指标做佐证；第 16 章整合成完整排障方法论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三支柱各自回答什么问题？“Pod 一直在重启”分别可以从哪个支柱看到什么？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metrics-server 与 Prometheus 的定位差异？（实时 vs 历史 / 告警）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为什么应用要把日志打到 stdout 而不是写文件？写文件会有什么问题？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 收集和 sidecar 收集各自的取舍？默认选哪个？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事件默认保留多久？为什么排障要“趁热看”？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事件与审计日志的区别是什么？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5：故障排查 30%）：kubectl logs --previous、stdout 日志架构、事件、metrics 链路；Prometheus/审计了解级。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第15章 可观测性：监控、日志与事件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2026-08-16T12:03:16Z</dcterms:created>
  <dcterms:modified xsi:type="dcterms:W3CDTF">2026-08-16T12:03:16Z</dcterms:modified>
</cp:coreProperties>
</file>