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16 章 故障排查与可靠性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分层排障框架 · 证据链思维 · 典型故障图谱 · 可靠性工程 · SRE 运营规范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10）· CKA 域 5（30%）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说出分层排障框架（节点/Pod/容器/网络/存储）与每层的判断依据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掌握证据链思维：现象 → 事件 → 日志 → 根因的取证顺序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熟记排障纪律：先恢复再排查、一次只改一个、报错即答案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对典型故障（NotReady/ImagePullBackOff/CrashLoop/探针失败/PVC 挂载失败）说出排查路径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解释可靠性工程三件套（滚动更新调优/优雅终止/PDB）如何让故障少发生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解释主动演练（混沌思想）的意义与基本方法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排障方法论：先有框架，再动手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分层排查框架：从外到内五层，每层专属命令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证据链思维：现象 → 事件 → 日志 → 指标 → 根因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排障三条铁律：报错即答案 / 先恢复再排查 / 一次只改一个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分层排查框架：从外到内，逐层定位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621792"/>
          </a:xfrm>
          <a:prstGeom prst="rect">
            <a:avLst/>
          </a:prstGeom>
          <a:solidFill>
            <a:srgbClr val="E8F4FD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98448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2618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节点层：机器/kubelet 正常吗？（NotReady？）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0" y="1261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/ journalctl / df / free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8046720" cy="621792"/>
          </a:xfrm>
          <a:prstGeom prst="rect">
            <a:avLst/>
          </a:prstGeom>
          <a:solidFill>
            <a:srgbClr val="E8F4FD"/>
          </a:solidFill>
          <a:ln w="1524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01168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9751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层：调度/镜像/状态正常吗？（Pending/CrashLoop？）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5040" y="19751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-o wide / describe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15184"/>
            <a:ext cx="8046720" cy="621792"/>
          </a:xfrm>
          <a:prstGeom prst="rect">
            <a:avLst/>
          </a:prstGeom>
          <a:solidFill>
            <a:srgbClr val="FFF3E0"/>
          </a:solidFill>
          <a:ln w="15240">
            <a:solidFill>
              <a:srgbClr val="E08A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724912"/>
            <a:ext cx="411480" cy="41148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6883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容器层：应用本身正常吗？（日志/退出码）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0" y="26883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--previous / exec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28416"/>
            <a:ext cx="8046720" cy="621792"/>
          </a:xfrm>
          <a:prstGeom prst="rect">
            <a:avLst/>
          </a:prstGeom>
          <a:solidFill>
            <a:srgbClr val="FFF3E0"/>
          </a:solidFill>
          <a:ln w="15240">
            <a:solidFill>
              <a:srgbClr val="E08A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438144"/>
            <a:ext cx="411480" cy="411480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401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网络层：流量/名字解析通吗？（Endpoints/DNS）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 / nslookup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21792"/>
          </a:xfrm>
          <a:prstGeom prst="rect">
            <a:avLst/>
          </a:prstGeom>
          <a:solidFill>
            <a:srgbClr val="FDECEA"/>
          </a:solidFill>
          <a:ln w="15240">
            <a:solidFill>
              <a:srgbClr val="D94F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151376"/>
            <a:ext cx="411480" cy="411480"/>
          </a:xfrm>
          <a:prstGeom prst="ellipse">
            <a:avLst/>
          </a:prstGeom>
          <a:solidFill>
            <a:srgbClr val="D94F4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51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存储层：卷挂载/绑定正常吗？（Pending/FailedMount）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03504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pvc / describe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8046720" cy="38404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7548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读图要点：先确认“下面一层没白查”——节点挂了，查 Pod 日志是浪费；每层都有专属命令。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证据链思维：现象 → 事件 → 日志 → 根因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取证顺序就是证据链——不要一上来乱敲命令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2468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事件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集群视角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 -A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xxx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“发生了什么”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Scheduled / Pulled / Unhealthy / Killing…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417320"/>
            <a:ext cx="54864" cy="24688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日志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应用视角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--previous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“应用说了什么”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报错堆栈 / 连接失败…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17320"/>
            <a:ext cx="54864" cy="24688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指标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资源视角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2402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top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 / node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3154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“资源佐证”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内存超限 / OOM…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14800"/>
            <a:ext cx="54864" cy="5029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114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根因定位 → 修复 → 验证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681728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681728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681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describe 的 Events 段永远是最快的切入点——90% 的问题在事件 + 日志两步内定位。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排障纪律：三条铁律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260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36192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报错信息就是答案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的报错几乎都直说“差在哪”：manifest not found=镜像名错、配额、调度条件——先读报错，再想别的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71600"/>
            <a:ext cx="54864" cy="29260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536192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先恢复、再排查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6060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生产故障第一优先恢复业务（rollout undo 回滚、scale 副本、重启），恢复后再慢慢查根因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371600"/>
            <a:ext cx="54864" cy="292608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1536192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5361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一次只改一个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6060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改完验证、不行再改下一个——多变量同时改 = 无法定位（与 Git 二分思路一致）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纪律的本质：把排障变成“可复现的流程”而不是“碰运气”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16.2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各层排障详解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节点层：NotReady —— kubelet 心跳与节点资源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Pod 层：Pending / ImagePullBackOff / CrashLoopBackOff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容器层：logs / exec / kubectl debug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网络层：Endpoints / DNS / 连通性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4805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存储层：PVC Pending / FailedMount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节点层：NotReady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判断依据：kubectl get nodes 显示 NotReady（Ready 依赖 kubelet 心跳 + 网络就绪）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21031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nodes                    # 哪台 NotReady？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node node2          # 看 Conditions/事件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到该节点：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systemctl status kubelet           # kubelet 活着吗？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journalctl -u kubelet -n 50        # kubelet 日志（第一手线索）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 -h / free -m                    # 磁盘满/内存不足？（节点资源压力）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 a                               # 网络通吗？（CNI 依赖）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703320"/>
            <a:ext cx="54864" cy="1188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22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常见根因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挂了/配置错 · 磁盘满（镜像清理）· 内存压力 · 网络插件（calico）异常 · 证书问题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层：Pending / ImagePullBackOff / CrashLoopBackOff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判断依据：kubectl get pods -o wide 看 STATUS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47548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排查路径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Pending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未调度/未就绪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看 Events：资源/亲和/污点，或镜像拉取中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ImagePullBackOff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镜像拉不下来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Events：镜像名/标签/私有仓库凭据/网络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CrashLoopBackOff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容器反复崩溃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logs --previous 崩溃前输出；Last State 退出码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探针失败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被重启/被摘除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事件：哪个探针、为什么失败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8404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CrashLoop 退出码解读（第 4 章 §4.4.1）——先读退出码，再查日志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8046720" cy="8686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42062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= 正常退出（任务型用了 Always）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= 应用错误（看日志）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 = 命令不存在（镜像里没有，如 busybox 无 bash）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137 = SIGKILL（OOM/被强杀）→ 查 limits 与 top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143 = SIGTERM（被优雅终止，可能正常下线）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容器层：应用自己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Running 但功能不对 → 进容器看应用（常见坑：环境变量/配置注入错了——describe 核对 Env 与 Mounts，第 8 章）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13716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1732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--tail=50        # 当前日志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--previous       # 崩溃前的日志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-it &lt;pod&gt; -- sh        # 进容器（v1.36 用 --）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&lt;pod&gt;          # 状态/环境变量/挂载（验证配置对不对）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里没有 shell/工具（精简镜像）怎么办？——不 SSH 进节点（不干净、权限大），用 kubectl debug：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临时容器（v1.23+ 稳定）：kubectl debug -it &lt;pod&gt; --image=nicolaka/netshoot --target=&lt;容器名&gt; -- sh（共享进程/网络命名空间，排障后自动消失）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副本调试：kubectl debug &lt;pod&gt; -it --copy-to=debug-pod --image=busybox -- sh（启动调试副本，不改原 Pod）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节点调试：kubectl debug node/&lt;节点名&gt; -it --image=ubuntu（在节点上起特权调试 Pod，替代 SSH）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25196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519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决策逻辑：能进容器 → exec；容器没工具/进不去 → debug 临时容器；要查节点 → debug node——全程 kubectl，不给 SSH 权限。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网络层：访问不通（Service/DNS 排查流程）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有后端吗？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 web-svc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06440" y="13533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ENDPOINTS 为空 = selector 没匹配上（检查 Service 与 Pod 标签）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804672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6888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3134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DNS 解析对吗？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651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xxx -- nslookup web-svc.default.svc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06440" y="231343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解析失败 = Service 名/命名空间写错，或 coredns 异常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8046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42900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273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连通性：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xxx -- wget -O- http://web-svc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06440" y="32735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 = 网络 OK；不通 = kube-proxy/CNI 问题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48056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480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经典根因：Service 的 selector 拼错标签（app=web vs app=Web）→ Endpoints 空 → 服务 502——实验 10 Lab 4 亲手踩过。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存储层：卷挂不上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17373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pvc                    # PVC 状态（Pending = 没绑定）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pvc              # Events：no persistent volumes available（没有匹配的 PV）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pv                    # PV 存在吗/容量/访问模式/SC 匹配吗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             # Events 的 FailedMount（挂载失败：路径/权限/存储节点）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3108960"/>
            <a:ext cx="54864" cy="1554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PVC Pending = PV 不匹配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 / 访问模式 / SC 对不上（第 10 章 §10.3.4）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补 PV 或改 SC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108960"/>
            <a:ext cx="54864" cy="15544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246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FailedMount = 底层存储问题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36576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节点挂了 / 权限问题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修底层存储（不是改 PVC）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8046720" cy="4114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709160"/>
            <a:ext cx="54864" cy="4114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09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判断要点：先分清是“没有匹配的 PV”（PVC Pending）还是“挂不上”（FailedMount）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典型故障图谱（现象 → 根因 → 修复速查）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24128"/>
          <a:ext cx="80467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2514600"/>
                <a:gridCol w="224028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现象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第一查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常见根因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节点 NotReady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journalctl -u kubelet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kubelet 挂/磁盘满/网络插件异常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 kubelet/清磁盘/查 calico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Pod Pending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Events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资源不足/亲和不满足/污点不容忍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 requests/删约束/加容忍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ImagePullBackOff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Events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镜像名错/私有仓库没凭据/加速站失效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改镜像名/配 imagePullSecrets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CrashLoopBackOff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logs --previous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命令错/配置错/启动即崩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 command/配置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退出码 137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 看内存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超内存 limits 被 OOM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 limits/查内存泄漏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 502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 endpoints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selector 错 → Endpoints 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修标签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DNS 解析失败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nslookup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名字/命名空间错、coredns 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改名字/查 coredns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PVC Pending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pvc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PV 不匹配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 PV/改 SC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FailedMount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pod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存储节点问题/权限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修底层存储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探针 Unhealthy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describe pod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探针路径/端口/阈值不对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调探针（第 4 章）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exceeded quota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get resourcequota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命名空间配额用完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清资源/调配额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Forbidden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auth can-i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RBAC 没配/规则错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 Binding/修 rules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73168"/>
            <a:ext cx="8046720" cy="329184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7731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记忆法：每类故障的第一条命令 + describe 的 Events 段——覆盖 90% 的排障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可靠性工程：让故障少发生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发布可靠性：滚动更新策略调优（0/1 零中断）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下线可靠性：优雅终止深化（preStop + grace period）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驱逐可靠性：PDB 保护计算（自愿中断）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主动演练：混沌思想——故障会来，不如主动让它来一次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发布可靠性 + 16.4.2 下线可靠性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6517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发布：滚动更新策略调优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17190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25%/25%：允许短暂少 1 个副本（快速但有小中断）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" y="2176272"/>
            <a:ext cx="3566160" cy="658368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9264" y="217627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maxUnavailable: 0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maxSurge: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2926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核心服务 0/1：任何时刻不少服务 + 多起一个 → 新 Pod 就绪（readiness）→ 才停旧的 → 零中断发布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9319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54864" cy="26517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下线：优雅终止深化（§4.4.4）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01184" y="1719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完整流程：摘流量 → preStop → SIGTERM → grace period → SIGKILL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preStop 做反注册/排空（sleep 或调注册中心 API）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1184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grace period 要够：默认 30s，不够调大 terminationGracePeriodSeconds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01184" y="3154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验证：发布/缩容时观察旧 Pod 是否“优雅退出”（describe 看 Killing 事件时间线）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114800"/>
            <a:ext cx="64008" cy="8229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148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前提：新 Pod 必须配 readinessProbe——没有探针的滚动更新是“盲更新”；优雅终止的配置是生产标准动作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驱逐可靠性 + 16.4.4 主动演练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74320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驱逐可靠性：PDB 保护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" y="17190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ALLOWED DISRUPTIONS = 可用副本 − minAvailable（第 6 章 §6.5.2）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2194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价值：节点维护/升级（第 14 章）时业务无损的保障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578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核心服务必配：数据库 / 网关 / 所有多副本应用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29626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边界：只保护自愿中断（drain），节点宕机管不了（那是控制器自愈的事）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54864" cy="2743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主动演练：混沌思想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901184" y="1719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“故障会来，不如主动让它来一次”——混沌工程思想（Netflix Chaos Monkey 起源）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1184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受控演练：杀一个 Pod → 验证自愈（ReplicaSet 重建）；停一台 worker（drain + 关机）→ 验证业务迁移 + PDB；断一个副本的网络 → 验证 Service 只把流量给就绪 Pod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1184" y="3246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目的：验证“系统宣称的能力”真的存在——平时演练过，真出事才不慌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本课程实验 10 Lab 5 与实验 02 Lab 9 的删除对比，就是最小的主动演练。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8046720" cy="38404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6344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 = 发布不中断 + 下线不丢请求 + 驱逐有保护——三件套对应“怎么不出事”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SRE 运营规范：把可靠性“制度化”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8346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SLO / Error Budget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SLI（指标）→ SLO（目标）→ SLA（对外承诺）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 SLI：可用性（成功/总请求）、延迟（P99）、吞吐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48716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核心交易：可用性 ≥99.95%，P99 &lt; 500ms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内部工具：可用性 ≥99.9%，P99 &lt; 2s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3127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 Budget：99.95% SLO = 每月允许 21.9 分钟不可用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6384" y="351129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预算耗尽 → 冻结新功能发布聚焦稳定性；充足 → 可激进发布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54864" cy="283464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901184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A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故障复盘（Post-mortem）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01184" y="1719072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模板：① 事件概要（何时/多久/影响范围）② 时间线（精确到分钟）③ 根因分析（5 Whys）④ 影响评估 ⑤ 改进措施（每条有 Owner + Deadline）⑥ 经验教训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01184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文化：对事不对人（Blameless）；72 小时内完成初稿；改进项进入排期跟踪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8046720" cy="73152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224528"/>
            <a:ext cx="64008" cy="7315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2452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核心认知：复盘的价值不在“追责”而在“系统改进”——每个改进措施闭环，SLO 才会逐年提高（配合第 14 章 §14.6 运维日历执行）。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实验演练指引：实验 10“故障排查”（5 个 Lab）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16736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16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2710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1 排查三板斧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15270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describe / logs / events 的标准动作（§16.1.2 的实操）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975104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75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293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2 CrashLoopBackOff 排查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34440" y="21854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bad-image（ImagePullBackOff）+ bad-cmd（CrashLoop）→ 退出码定位（§16.2.2）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551176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633472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587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3 节点 NotReady 排查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34440" y="28437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服务与日志定位（§16.2.1）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09544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291840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4 Service/DNS 排查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4440" y="350215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selector 错 → Endpoints 空 → 修复闭环（§16.2.4）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67912"/>
            <a:ext cx="8046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950208"/>
            <a:ext cx="411480" cy="41148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904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 5 可靠性演练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34440" y="41605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滚动更新 0/1 调优 + preStop 优雅下线 + PDB 计算（§16.4）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572000"/>
            <a:ext cx="54864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教学建议：Lab 1-4 是排障（出事怎么查），Lab 5 是可靠性（怎么不出事）——排障 + 可靠性 = 域 5 的完整能力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分层框架：节点 → Pod → 容器 → 网络 → 存储，从外到内、每层专属命令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70992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证据链：现象 → 事件（describe/get events）→ 日志（logs --previous）→ 指标（top）→ 根因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27685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三条纪律：报错即答案、先恢复再排查、一次只改一个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故障图谱：12 类典型故障的现象 → 第一步 → 根因 → 修复（速查表）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4107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可靠性三件套：滚动更新 0/1（发布不中断，前提是 readiness）+ 优雅终止（下线不丢请求，preStop + grace）+ PDB（驱逐有保护）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9776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主动演练：杀 Pod/杀节点验证自愈——“宣称的能力”要演练过才算数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6177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衔接：第 18 章综合实战——用 WordPress 把全书机制串成真实应用，排障方法论将用于全链路故障定位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3385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33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097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一个“503 Service Unavailable”，你的排查顺序是什么？（从分层框架出发写完整步骤）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60934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logs 和 kubectl logs --previous 的区别？什么场景必须用 --previous？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5798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121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CrashLoop 退出码 137 和 143 分别意味着什么？怎么进一步确认？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63347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“报错即答案”——举三个报错例子，说明它们各自直说了什么问题？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8211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14553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滚动更新要“零中断”，除了 maxUnavailable: 0 还需要什么配置？（提示：readiness）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9417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为什么说“PDB 只管自愿中断”？节点宕机时谁在保护业务？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20624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1696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主动演练的最小实践是什么？在实验环境怎么验证“自愈”？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681728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681728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6817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考点标注（域 5，30%，权重最高）：describe Events 段、退出码解读、NotReady（kubelet）、Service/DNS（Endpoints）、PVC、Forbidden、exceeded quota、PDB、滚动更新、优雅终止。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第16章 故障排查与可靠性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2026-08-16T12:03:16Z</dcterms:created>
  <dcterms:modified xsi:type="dcterms:W3CDTF">2026-08-16T12:03:16Z</dcterms:modified>
</cp:coreProperties>
</file>