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17 章 Helm 与 Kustomize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应用打包与部署 · Chart/Release/Repository · values 模板渲染 · base/overlay · 企业交付流程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09 Lab 6 / 实验 13）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说出裸 YAML 管理在生产中的三个痛点，以及工具链的解决思路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6733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Helm 的核心模型（Chart / Release / Repository）与 Chart 目录结构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1762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理解模板化原理（values 注入 + 模板渲染）与 install / upgrade / rollback 的版本机制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6791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51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Kustomize 的 base / overlay 定制机制，说出它与 Helm 的定位差异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1821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设计一个企业应用交付流程（Chart 版本化 + 多环境 values + CI/CD 集成）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 CRD 与 Operator 是 Kubernetes 的扩展机制（为第 18 章展望铺垫）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为什么需要应用交付工具链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裸 YAML 管理的三个痛点：重复 / 无法参数化 / 无版本管理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工具链定位：Helm（打包与发布）+ Kustomize（配置定制）互补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决策逻辑：应用要分发/复用 → Helm；项目内多环境 → Kustomize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 YAML 管理的三个痛点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146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2057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444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每个环境（dev / staging / prod）都要一份几乎一样的 YAML，只差镜像 tag、副本数、域名——复制粘贴，改一处漏三处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5146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80160"/>
            <a:ext cx="54864" cy="2057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502152" y="1444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无法参数化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20440" y="239572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 Deployment 模板，环境不同值不同——YAML 里没有“变量”概念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5146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54864" cy="2057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291072" y="1444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无版本管理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09360" y="239572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文件散落，没有“应用包”的概念——回滚、分发、依赖管理无从谈起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11880"/>
            <a:ext cx="54864" cy="5486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教学清晰 ≠ 生产可用：第 18 章 WordPress 用十几个裸 YAML 手动管理——生产立刻会遇到这些痛点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4805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工具链解决思路：把“变与不变”分离——结构写一次、差异参数化 / 补丁化、包版本化管理。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工具链的定位（两个互补的工具）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029200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打包与发布：把一组资源打包成 Chart（应用包），带模板和默认值，一条命令安装 / 升级 / 回滚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Linux 的 apt / yum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Kustomize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配置定制：不引入模板语言，用 overlay 覆盖 base——“原样 + 差异”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配置补丁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18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61188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7673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决策逻辑：应用要分发 / 复用 → Helm；自己项目的多环境定制 → Kustomize；两者也可组合（Helm 渲染后 Kustomize 再补丁，生产常见）。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42245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本教材重点讲 Helm（更常用、CKAD 考点），Kustomize 讲清定位与机制。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Helm：Kubernetes 的包管理器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核心模型：Chart（安装包）/ Release（运行实例）/ Repository（软件源）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Chart 目录结构 + 模板化原理（values 注入 → 渲染出最终 YAML）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常用命令与 revision 版本回滚机制（实验 09 Lab 6 / 实验 13）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核心模型（三个概念）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（安装包）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打包单元：资源模板 + 默认值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 .deb / .rpm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44368" y="1572768"/>
            <a:ext cx="603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install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66160" y="1234440"/>
            <a:ext cx="21945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23444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13716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（运行实例）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94760" y="2057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一次安装的实例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有名字、版本号、可回滚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79008" y="1572768"/>
            <a:ext cx="603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/ 获取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1234440"/>
            <a:ext cx="21945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234440"/>
            <a:ext cx="54864" cy="13716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3716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Repository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8A6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（软件源）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29400" y="2057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 的存放与分发中心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repo add 添加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80467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971800"/>
            <a:ext cx="54864" cy="1508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54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helm install → Chart 变成 Release：同一 Chart 可多次安装成多个 Release（如 dev/web、prod/web）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Repository 是 Chart 的“软件源”：helm repo add 添加、发布/获取 Chart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Release 有版本号（revision）可回滚——这是“包管理器”价值的基础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13 Lab 1：Chart 结构解剖 / 打包发布）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 目录结构（解剖一个应用包）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4572000" cy="32918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Chart.yaml          # 元数据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# name/version/appVersion/依赖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values.yaml         # 默认配置值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# （镜像 tag/副本数/域名）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values-prod.yaml    # （可选）环境覆盖值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          # 资源模板（Go template）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deployment.yaml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ingress.yaml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_helpers.tpl    # 公共模板片段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charts/             # （可选）子 Chart 依赖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49240" y="1234440"/>
            <a:ext cx="3246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49240" y="1234440"/>
            <a:ext cx="54864" cy="71323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1307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Chart.yaml — 元数据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0" y="1600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 / version / appVersion / 依赖声明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49240" y="2039112"/>
            <a:ext cx="3246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49240" y="2039112"/>
            <a:ext cx="54864" cy="71323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112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values.yaml — 默认值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77840" y="2404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 tag、副本数、域名……“变化”都在这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2843784"/>
            <a:ext cx="3246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2843784"/>
            <a:ext cx="54864" cy="71323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29169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templates/ — 模板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77840" y="32095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资源模板，Go template 语法，values 注入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3648456"/>
            <a:ext cx="3246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3648456"/>
            <a:ext cx="54864" cy="71323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3721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charts/ — 子 Chart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77840" y="40142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可选依赖；_helpers.tpl 为公共片段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572000"/>
            <a:ext cx="54864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64515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核心认知：模板里写结构、values 里写变化——安装时用 values 渲染出最终 YAML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模板化原理（values 注入 + 渲染）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5303520" cy="32918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templates/deployment.yaml（片段）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{{ .Values.replicaCount }}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{{ .Values.image.repository }}:{{ .Values.image.tag }}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values.yaml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replicaCount: 3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repository: nginx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tag: "1.27"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渲染结果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3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nginx:1.27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80760" y="1188720"/>
            <a:ext cx="2514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0" y="1188720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280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模板语言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15910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template：{{ .Values.xxx }} 取值、条件、循环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2267712"/>
            <a:ext cx="2514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80760" y="2267712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3591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values 优先级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2670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--set 命令行 &gt; 指定 values 文件 &gt; values.yaml 默认值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3346704"/>
            <a:ext cx="2514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3346704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4381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渲染检查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template myapp ./myapp——先看渲染结果再装（排障利器）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13：values 多环境——同一 Chart 在不同环境渲染出不同 YAML）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常用命令（安装 / 升级 / 回滚）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bitnami https://charts.bitnami.com/bitnami   # 添加仓库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search repo nginx                                      # 搜索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my-release ./myapp                             # 安装（首次）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my-release ./myapp -f values-prod.yaml         # 带环境配置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my-release ./myapp --set image.tag=1.28        # 升级（改 values）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rollback my-release 1                                  # 回滚到 revision 1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list                                                   # 查看 Release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uninstall my-release                                   # 卸载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657600"/>
            <a:ext cx="54864" cy="56692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490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版本与回滚：install → revision 1 → upgrade → revision 2 → rollback 回到 2——与第 5 章 Deployment 的 revision 机制同源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每次变更留历史、出问题一键回滚——包管理器的价值：应用级回滚，不止资源级（实验 09 Lab 6 装过 dashboard；实验 13 演练全流程）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Kustomize：环境化定制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理念相反：不引入模板语言——资源保持原样，用覆盖表达差异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机制：base（标准资源）+ overlay（环境差异补丁）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kubectl apply -k：kubectl 内置支持，无需额外工具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定位与机制：不用模板，用覆盖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480560" cy="29260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base/（一份“标准”资源）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deployment.yaml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replicas: 3, image: nginx:1.27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kustomization.yaml   # 声明资源清单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overlays/prod/（环境差异）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kustomization.yaml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改 replicas: 5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改 image tag: 1.28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改域名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57800" y="1188720"/>
            <a:ext cx="3337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57800" y="1188720"/>
            <a:ext cx="54864" cy="822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12984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base：一份标准资源，其他环境都从它派生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57800" y="2121408"/>
            <a:ext cx="3337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57800" y="2121408"/>
            <a:ext cx="54864" cy="822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223113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overlay：环境的差异描述——patches 补丁 / 覆盖 / 加前缀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57800" y="3054096"/>
            <a:ext cx="3337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57800" y="3054096"/>
            <a:ext cx="54864" cy="822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316382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无需模板语法：diff 式思维“标准 + 差异”，差异即变更，容易 review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-k overlays/prod    # -k = kustomize（kubectl 内置支持）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13 Lab 3：Kustomize 多环境对比）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vs Kustomize（决策逻辑）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20040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Kustomize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+ values（渲染）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 + overlay（覆盖）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学习曲线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需学 Go template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平缓（无模板语言）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分发/复用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强（Chart 可发布到仓库）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弱（目录内使用）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强（Release revision）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无（靠 git）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依赖管理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支持（charts 依赖）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应用打包分发、第三方应用安装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项目内多环境定制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决策逻辑：装别人的应用 / 发布自己的应用包 → Helm；自己项目 dev/prod 差异化 → Kustomize。生产常见组合：Helm 装基础组件（如 Prometheus Operator），Kustomize 管业务应用的环境差异。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企业发布流程（Helm + CI/CD）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1481328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243584"/>
            <a:ext cx="1371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构建镜像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推仓库（tag v1.2.3）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11680" y="138988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76272" y="1188720"/>
            <a:ext cx="1481328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31136" y="1243584"/>
            <a:ext cx="1371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更新 Chart values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（image tag）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39312" y="138988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03904" y="1188720"/>
            <a:ext cx="1481328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1243584"/>
            <a:ext cx="1371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打包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package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66944" y="138988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31536" y="1188720"/>
            <a:ext cx="1481328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243584"/>
            <a:ext cx="1371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发布到 Chart 仓库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（私有 repo / OCI）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94576" y="138988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59168" y="1188720"/>
            <a:ext cx="1481328" cy="96012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1243584"/>
            <a:ext cx="1371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部署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upgrade --install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-f values-prod.yaml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五步闭环：镜像与 Chart 都版本化（v1.2.3）；打包 / 发布在 CI 自动完成，部署时只传参数（upgrade --install 幂等 + 环境 values）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多环境管理：一套 Chart 跑所有环境（配置外部化——第 8 章思想在交付层的延伸）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546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2644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values.yaml 默认值 + 各环境独立覆盖：dev（副本 1 / latest / 测试域名）、prod（副本 5 / 固定 tag / 正式域名 + TLS）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5935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myapp ./myapp -f values-dev.yaml  --namespace dev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8679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myapp ./myapp -f values-prod.yaml --namespace prod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安全（概念）：Chart 签名验证（provenance，--verify）防供应链投毒 · 私有 Chart 仓库访问控制 · 生产用固定镜像 tag（不用 latest，复用第 4 章拉取策略）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痛点：裸 YAML 重复 / 无法参数化 / 无版本管理——工具链的解决思路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196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9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922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Helm：Chart（包）→ Release（实例）→ Repository（仓库）；values.yaml + templates/ 渲染出最终 YAML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95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全生命周期：install / upgrade / rollback——revision 机制支持应用级回滚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999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Kustomize：base + overlay 覆盖式定制（无模板语言）；kubectl apply -k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301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027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选型：分发 / 装第三方 → Helm；项目内多环境 → Kustomize；两者可组合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336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企业流程：Chart 版本化 + 多环境 values + CI/CD——“一套 Chart 跑所有环境”；扩展铺垫：CRD + Operator（第 18 章展望）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Chart、Release、Repository 分别是什么？两次 helm install same-chart 会产生什么？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values 的优先级顺序是什么？--set 与 -f 文件、values.yaml 谁覆盖谁？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template 有什么用途？（提示：先看渲染结果再装）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与 Kustomize 的核心机制差异？什么场景选 Kustomize？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为什么生产推荐固定镜像 tag 而不是 latest？（结合第 4 章拉取策略）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 upgrade --install 的幂等语义是什么？生产为什么常用它？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考点标注：Helm 为 CKAD 考点（Chart 安装 / 升级 / 回滚、values 定制）；Kustomize 的 kubectl apply -k 属 CKAD 常用操作；CKA 以实验 13 实践为主、非直接考点。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第17章 Helm 与 Kustomize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2026-08-16T12:03:17Z</dcterms:created>
  <dcterms:modified xsi:type="dcterms:W3CDTF">2026-08-16T12:03:17Z</dcterms:modified>
</cp:coreProperties>
</file>