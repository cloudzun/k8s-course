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章 综合实战：应用发布全流程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 → 逐层落地 → 三层验证 → 规范清理 · CRD 与 Operator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11）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从需求出发设计一个 Web 应用的集群架构（数据/应用分离原则）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用全书机制逐层落地：Secret/PVC → Deployment/探针 → Service/Ingress → HPA → PDB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说出“为什么前端无状态、数据库有状态”的架构决策依据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执行三层验证（全链路/持久化/扩展）并解释每个验证证明什么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说出多副本共享存储的限制与应对（local-path 的边界认知）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按规范顺序清理整套应用（先入口后数据）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= 全书机制的“总装”：用一个真实应用（WordPress 站点）把第 4-16 章核心机制串成完整链路——配套实验 11“综合演练：WordPress 应用发布”（5 个 Lab）。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从需求到架构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需求拆解：一个博客站 → 四个子问题（数据 / 密码 / 前端 / 访问）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架构核心原则：数据与应用分离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前端无状态多副本 · 数据库有状态独立存储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需求拆解：一个需求，四个子问题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需求：发布一个 WordPress 博客站——域名访问、可注册发文、数据不能丢、流量大了能扛。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拆成四个子问题，每个都对应前面某章机制。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技术决策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数据放哪？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数据库（独立有状态）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章 StatefulSet 思想、第 10 章存储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密码怎么管？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Secret 注入（不落 yaml）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8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前端怎么跑？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WordPress 多副本 Deployment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怎么访问？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+ Ingress（域名）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需求拆解 = 把业务问题翻译成技术选型：数据（第 5/10 章）、凭据（第 8 章）、应用（第 5 章）、访问（第 9 章）。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架构设计：数据与应用分离（核心原则）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914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17904" y="12070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214884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143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wp.example.com 域名路由 + TLS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86784" y="12070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097280"/>
            <a:ext cx="182880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143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ClusterIP 负载均衡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前端线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数据线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48840"/>
            <a:ext cx="54864" cy="1188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 Deployment（前端 · 无状态）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 + HPA + 探针——删了重建不影响业务，可随时折腾（扩缩/滚动更新）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数据挂 PVC：wordpress-pvc（上传文件/主题）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48840"/>
            <a:ext cx="54864" cy="1188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StatefulSet（数据库 · 有状态）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060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稳定标识 mysql-0 · 有序启动 · 独立 PVC（数据持久、身份稳定）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 = Secret mysql-pass（不落 yaml）；经 MySQL Service 服务名连接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52044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520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读图要点：一条入口、两条数据线——所有流量经 Ingress → Service 分发；前端无状态挂 PVC，数据库有状态独立 PVC + Secret。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06240"/>
            <a:ext cx="64008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062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决策记忆：“能无状态就无状态，必须有状态就给它最稳妥的家”——分离是容器化架构的第一原则。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逐层落地（全书机制总装）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数据层：Secret + PVC + StatefulSet（MySQL 有状态）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应用层：Deployment + PVC + 探针（WordPress 无状态）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访问层：Service + Ingress · 扩展层：HPA · 保护层：PDB / 配额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每一层都是前面某章机制的“总装”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数据层：MySQL + Secret + PVC（StatefulSet）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243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225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Secret：mysql-pass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密码只存 Secret，yaml 零明文（第 8 章）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2435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2252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模板：volumeClaimTemplates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每个副本独立 PVC，数据落节点（第 10 章）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10312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22494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231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StatefulSet：mysql 单副本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80160" y="2560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从 Secret 注入 · 稳定标识 mysql-0（第 5 章）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0312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8032" y="22494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231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Service：ClusterIP / headless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94960" y="2560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应用用服务名连接，不关心 Pod IP（第 9 章）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246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反模式警示：Deployment 跑数据库 = Pod 名随机、存储不绑定——有状态应用必须 StatefulSet。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“单副本”决策：数据库不适合随意多副本（写冲突）——教学环境单点，生产用主从（第 14 章 HA 思想）。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应用层与访问层：Deployment 双线 + Service/Ingress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886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9659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· WordPress + Deployment + PVC（18.2.2）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PVC：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wordpress-pvc 存主题/上传文件——用户数据的持久化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Deployment：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 + env（WORDPRESS_DB_HOST=mysql 服务名）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readinessProbe：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就绪才接流量（滚动更新/Service 的前提）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上传的图片/主题属“应用数据”——删 Pod 数据还在（实验 11 Lab 5 验证）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886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54864" cy="1965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访问层 · Service + Ingress（18.2.3）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Service：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 ClusterIP（内部负载均衡）→ 第 9 章 §9.2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Ingress：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wp.example.com → wordpress Service（域名路由）→ 第 9 章 §9.4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访问验证：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指定 Host 头访问 NodePort（见下方命令）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是 Pod 之上的稳定访问层，Ingress 是集群入口的域名路由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5486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"Host: wp.example.com" http://节点IP:NodePort/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链路：wp.example.com → Ingress → Service → Pod（先通 Service，再接 Ingress，逐层验证）。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扩展层：HPA + 多副本（存储限制的认知）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scale 到多副本（第 5 章）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093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wordpress --replicas=5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Pod 变 5，多副本分担流量（同一节点可共存）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HPA：CPU 超目标自动扩缩（第 7 章）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093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HPA 观测 CPU → 自动调整 replicas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观察：kubectl get hpa（超出目标自动扩）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06040"/>
            <a:ext cx="54864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local-path 的边界（第 10 章 §10.5.1）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7238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wordpress-pvc 是节点本地存储：多副本跨节点时 PVC 无法同时挂载（RWO + 单节点）→ 教学环境“多副本”堆在同一节点；生产多副本共享存储必须用 NFS / 云盘。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这个限制就是第 10 章选型知识的实战体现：存储选型决定你能怎么扩展。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保护层：探针 / 优雅终止 / PDB（生产加配）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生产版还应有（本课程实验为教学简化版）：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readinessProbe + livenessProbe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readinessProbe（已配）+ livenessProbe 防死锁 → 第 4 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 排空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发布不丢请求 → 第 4 章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551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PDB（PodDisruptionBudget）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min-available=1，节点维护有保护 → 第 6 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181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ResourceQuota / LimitRange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命名空间治理 → 第 7 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“能跑”与“生产可用”的差距就在保护层——演练跑通链路后，对照保护层清单逐项补配。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验证体系：怎么证明“能用了”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三个验证对应三层承诺：通不通（全链路）· 丢不丢（持久化）· 够不够（扩展）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143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全链路验证 —— 证明“链路通了”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"Host: wp.example.com" http://节点IP:NodePort/wp-admin/install.php  →  返回 WordPress 安装页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证明：Ingress 路由 ✓ → Service 转发 ✓ → Pod 运行 ✓ → MySQL 连通 ✓；首次访问 302 到安装页，用 -L 跟随（实验 11 实测）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43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持久化验证 —— 证明“数据不丢”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persistence-ok &gt; /var/www/html/persist.txt（PVC 里） → 删除全部 WordPress Pod → 新 Pod cat 读取 → persistence-ok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证明：PVC 持久化生效（第 10 章“删 Pod 数据还在”）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40480"/>
            <a:ext cx="54864" cy="960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扩展验证 —— 证明“能扛流量”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wordpress --replicas=5 → Pod 变 5；kubectl get hpa（CPU 超目标自动扩）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证明：弹性机制就绪（第 5 / 7 章）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清理规范：先入口后数据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清理顺序的原则：先停流量 → 再删应用 → 最后删数据（第 10 章“PVC 删除 = 数据删除”）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37360" cy="12344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入口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Ingress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HPA（先停流量与伸缩）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04288" y="1938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737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应用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Deployment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Service（工作负载消失）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61688" y="1938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737360" cy="12344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数据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PVC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确认数据不要了才删！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9088" y="1938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1463040"/>
            <a:ext cx="1737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463040"/>
            <a:ext cx="1737360" cy="5486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凭据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122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最后删命名空间（清残留）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删除顺序的意义：流量与伸缩先停，避免删除过程中仍有请求进来；工作负载消失后再动数据，避免重建读取失败。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删除 = 数据物理删除（local-path Delete 回收）——确认不要数据再删；想保留就留着 PVC。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展望：CRD 与 Operator（集群扩展机制）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326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17 章用的是 Kubernetes 内置资源（Pod / Deployment / Service…）；生产中还常见“会自我管理”的扩展资源（cert-manager 自动签发证书、Prometheus Operator 管理监控）——它们的底座就是 CRD + Operator。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CRD：自定义资源定义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Kubernetes 认识“你自己的资源类型”——业务对象成为一等公民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Certificate → apply 创建 → kubectl get certificates 查看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注意：CRD 只是“数据表”——对象创建了，谁来处理它？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1732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Operator：CRD + 控制器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“会处理自定义资源的控制器”（第 5 章控制循环模式复用）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103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cert-manager：声明 Certificate → 自动申请/校验/签发 → 写入 tls Secret → 到期续期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9 章 Ingress TLS 的证书从此“自动化”）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94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Operator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cert-manager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证书自动签发与续期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Prometheus Operator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/ Grafana 实例的生命周期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云厂商 Operator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云资源（数据库 / 负载均衡）即代码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数据库 Operator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/ PostgreSQL 集群（主从 / 备份）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决策逻辑：资源是“标准 K8s 对象”→ 用 Helm 装（第 17 章）；需要“应用自身运维逻辑”→ 找/写 Operator（CRD + 控制器）——Helm 解决“怎么装”，Operator 解决“装完怎么自我管理”。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实验演练指引：实验 11“综合演练：WordPress 应用发布”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MySQL 数据库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Secret + PVC + Service（数据层落地 §18.2.1）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发布 WordPress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Deployment + env + PVC + readinessProbe（应用层 §18.2.2）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水平扩展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多副本 + HPA（扩展层 §18.2.4）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Ingress 域名发布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wp.example.com 路由 + 全链路验证（§18.2.3 / 18.3.1）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5 数据持久化验证 + 清理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删 Pod 数据仍在 + 按序清理（§18.3.2 / 18.4）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教学建议：本章是“毕业设计”——不看书能独立完成 5 个 Lab 并解释每个配置为什么，才算真正掌握全书。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完成后再对照 §18.2.5 保护层清单（PDB / 配额）补配，做生产化练习。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978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97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704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架构设计：需求拆解 → 数据与应用分离（无状态多副本 + 有状态独立存储）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739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逐层落地：Secret/PVC（数据）→ Deployment/探针（应用）→ Service/Ingress（访问）→ HPA（扩展）→ PDB/配额（保护）——每层都是前面某章的“总装”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local-path 边界：多副本共享 PVC 受限（RWO / 单节点）——生产用 NFS / 云盘（第 10 章选型实战）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0083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80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三层验证：全链路（通不通）/ 持久化（丢不丢）/ 扩展（够不够）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844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清理规范：先入口 → 再应用 → 后数据（PVC 删除 = 数据删除）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87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生产化差距：保护层（liveness / preStop / PDB / 配额）是“能跑”与“生产可用”的差距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828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19 章 CKA 考试指南——把全书知识转化为考试能力（考点速查、时间策略、模拟演练）。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WordPress 前端可以多副本，MySQL 却保持单副本？（数据与应用分离原则）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本演练中“多副本”实际堆在同一节点——为什么？生产怎么解决？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验证“持久化”时，为什么要删除全部 Pod 再读？（而不是读正在运行的 Pod）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清理时为什么“先删 Ingress / HPA 再删 Deployment”？（提示：流量与伸缩）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要发布一个“有上传文件、多副本、要扛流量”的站点，存储方案怎么选（对比 local-path / NFS / 云盘）？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这个演练里哪些配置属于“保护层”（生产必配但教学简化）？补全后的完整清单是什么？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考点（全部 5 域综合）：Secret 注入 / PVC / Service+Ingress / HPA / 探针 / PDB——Lab 能独立完成即实操达标。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第18章 综合实战：应用发布全流程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2026-08-16T12:03:17Z</dcterms:created>
  <dcterms:modified xsi:type="dcterms:W3CDTF">2026-08-16T12:03:17Z</dcterms:modified>
</cp:coreProperties>
</file>