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章 CKA 考试指南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 · 五大域考点浓缩 · 效率技巧 · 常见陷阱 · 备考路线图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备考冲刺章（实验 01-12 即题库）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CKA 的考试形式与规则：时长 / 题型 / 环境 / 评分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按五大域列出考点浓缩清单：命令 / 机制 / 对应章节与实验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511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掌握考试效率技巧：dry-run 生成 yaml、上下文切换、时间分配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369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095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v1.36 语法差异与高频易错点（陷阱清单）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67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制定自己的备考路线图并执行模拟演练（实验 11 自测）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是实操考试——会做比会背重要；本章所有技巧都建立在前面章节的动手基础上。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在线实操：2 小时 · 约 15-20 道题 · 每题一个集群场景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多集群终端：每题先 use-context 切换——答错集群 = 白做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无外网：kubectl explain 是唯一字典 · 按结果评分（部分得分）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858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在线实操：真实集群终端，不是选择题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小时 · 约 15-20 道题 · 每题一个集群场景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浏览器内终端 + 多个预置集群（不同 context）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无外网：镜像/文档都取不到——靠记忆和命令补全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按操作结果（对象是否正确创建/配置）——部分得分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环境要点与评分思路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14216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9867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多集群：每题开头 kubectl config use-context &lt;目标&gt; 切换——答错集群 = 白做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2245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补全默认可用 + vi/nano 编辑器；无外网不能用在线文档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489704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4622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按“期望对象是否达标”给分——partial credit 存在，做一半有一半分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4727448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7000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时间策略：每题平均 7 分钟，卡住 5 分钟就跳过，回头再补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无外网环境：kubectl explain 是唯一字典——所有命令与字段结构靠记忆 + 命令补全。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五大域考点浓缩（全书速查）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域 1 集群架构 25% · 域 2 工作负载 15% · 域 3 网络 20%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域 4 存储 10% · 域 5 故障排查 30%（第一重）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每域 = 考点 + 关键命令/机制 + 教材/实验定位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1 集群架构、安装与配置（25%）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关键命令 / 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 / 实验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组件职责与通信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唯一入口、etcd 状态存储、kubelet 心跳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第2/3章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init/join、token 续发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第3章/实验01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备份恢复 ★必考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etcdctl snapshot save/status/restore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第14章/实验12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certs check-expiration/renew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第13章/实验09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 upgrade plan/apply、worker 逐台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第14章/实验12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cordon/drain/uncordon、PDB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第6/14章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RBAC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role/clusterrole/rolebinding/clusterrolebinding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第11章/实验09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静态加密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EncryptionConfiguration（aescbc/identity）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第13章/实验09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1 实操主战场：实验 01（装集群）/ 09（证书与 RBAC）/ 12（etcd 备份恢复）——etcd 备份恢复为必考实操。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工作负载与调度（15%） · 域 3 服务与网络（20%）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工作负载与调度（15%）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3 服务与网络（20%）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配置：探针三件套、resources、restartPolicy、imagePullPolicy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第4章/实验02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控制器：Deployment 滚动更新/回滚（rollout status/undo）、STS/DS/Job/CronJob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第5章/实验03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调度：nodeSelector、亲和（required/preferred）、污点容忍（三种 effect）、PDB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第6章/实验04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HPA：kubectl autoscale --cpu=60% --min --max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第7章/实验05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Service：expose、类型（ClusterIP/NodePort/headless）、Endpoints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Ingress：host/path 规则、TLS（tls Secret）、ingressClassName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NetworkPolicy：podSelector/ipBlock、ingress/egress、放行 DNS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第9章/实验07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DNS：svc.ns.svc 解析、nslookup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第9章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2 + 域 3 合计 35%：对应实验 02（Pod）/ 03（控制器）/ 04（调度）/ 05（HPA）/ 07（Service、Ingress、NetworkPolicy）。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4 存储（10%） · 域 5 故障排查（30%——第一重）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4 存储（10%）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 5 故障排查（30%）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PV/PVC：静态绑定（容量/访问模式/SC 匹配）、storageClassName: ""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StorageClass：provisioner、默认类、WaitForFirstConsumer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卷：emptyDir/hostPath 的边界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第10章/实验08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 / 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教材/实验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三板斧：describe（Events）/ logs（--previous）/ events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15/16章/实验10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典型故障：CrashLoop（退出码）、ImagePullBackOff、NotReady（kubelet）、Service/DNS、PVC、Forbidden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第16章/实验10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排障纪律：报错即答案、先恢复再排查、一次只改一个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A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第16章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备考重心：域 5（30%）+ 域 1（25%）= 55%——实验 10 与实验 01/12 的实操价值最高。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考试技巧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时间管理：先易后难 · 每题限时 7 分钟 · 留 15 分钟复查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效率：dry-run 生成 yaml · jsonpath · tmux 分屏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上下文切换：每题的“第一动作”，切完立即验证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效率技巧（核心）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dry-run 生成 yaml 骨架再修改——比手写快且不易错，是考试最省时的技巧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dry-run 生成骨架 → 改 → apply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8046720" cy="138988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91056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web --image=nginx --dry-run=client -o yaml &gt; web.yaml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run nginx --image=nginx --dry-run=client -o yaml &gt; pod.yaml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job myjob --image=busybox --dry-run=client -o yaml &gt; job.yaml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web.yaml                     # 改完应用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写 yaml 查字段 / jsonpath 提取（CKA 常考 1-2 题）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8046720" cy="11887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6499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explain pod.spec.containers.livenessProbe   # 无外网时的唯一字典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-o jsonpath='{.items[*].status.addresses[?(@.type=="InternalIP")].address}'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custom-columns=NAME:.metadata.name,NODE:.spec.nodeName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80467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681728"/>
            <a:ext cx="54864" cy="38404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6817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别名与补全：alias k=kubectl · kubectl get pods -o wide · tmux 分屏（Ctrl+B 后 % 左右 / " 上下——左屏敲命令、右屏看 yaml）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 · 上下文切换 · 保存进度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时间管理（19.3.1）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105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先易后难：先做有把握的，难题最后啃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每题限时：平均 7 分钟；卡住 5 分钟 → 标记跳过，回头再补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24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 15 分钟复查：kubectl get 扫一遍确认创建成功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保存进度（19.3.4）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8105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8105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 后立即验证：get &lt;对象&gt; 确认创建成功（RBAC/Ingress 易静默失败）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267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2677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修改类操作（scale/set image）后验证结果：get pods 数量/镜像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7249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724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删除类操作确认：get 无结果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上下文切换（19.3.3）——每题的“第一动作”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675888"/>
            <a:ext cx="8046720" cy="84124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67588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                  # 看有哪些集群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&lt;题目指定的&gt;       # 切到目标集群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                           # 确认切对了（验证）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634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63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答错集群 = 白做——养成“每题开头切换 + 验证”的纪律。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v1.36 语法差异（本课程基线实测）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旧习惯（教程常见）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v1.36 正确做法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exec -it pod bash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exec -it pod -- bash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 -- 分隔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autoscale --cpu-percent=50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--cpu-percent 已弃用（告警但可用）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参数弃用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run --requests/--limits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不支持（yaml 唯一方式）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unknown flag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 secret 找 SA token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create token &lt;sa&gt;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v1.24+ 无长期 token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run 创建 Deployment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创建 Pod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语义更准确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67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心理与操作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4133088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0965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不要慌：报错先读（报错即答案，第 16 章）；kubectl describe 是万能排障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4462272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4256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多集群别串：每题的 context 切换是纪律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791456"/>
            <a:ext cx="137160" cy="13716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754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保存不丢：yaml 文件放当前目录即可——对象在集群里就计分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配置易错点（考试高频扣分项）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与标签不匹配：Deployment/Service 的 selector 与 Pod 标签必须一致——Service 后端为空（Endpoints 空）的根因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命名空间：创建对象没带 -n → 建到 default（题目可能要求别的命名空间）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3113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apiGroups 写错：核心组是 "" 不是别的组（RBAC 题）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34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范围：RoleBinding vs ClusterRoleBinding——题目要求“命名空间内”还是“全集群”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95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821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探针忘配 readiness：滚动更新/Service 相关题的关键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镜像名照抄：题目给的镜像名原样使用（tag 影响拉取策略）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330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忘写 storageClassName：有默认 SC 时走动态供应（题目可能要求静态绑定）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6817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这些坑都来自前面章节实验里的常见错误——踩过的坑就是考场的分。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备考路线图（考前 4-6 周） · 模拟演练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8595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阶段一（2 周）体系建立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教材第 1-16 章通读 + 实验 01-12 全部亲手做一遍；重点：实验 01（装集群）/ 02（Pod）/ 10（排障）→ 产出：故障图谱 + 命令速查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49424"/>
            <a:ext cx="54864" cy="8595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阶段二（1-2 周）按域强化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263347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§19.2 五大域重刷对应实验：域 1 → 01/09/12（etcd 备份反复练）、域 2 → 02-05、域 3 → 07、域 4 → 08、域 5 → 10 → 每域 30 分钟内完成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18688"/>
            <a:ext cx="8046720" cy="8595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18688"/>
            <a:ext cx="54864" cy="859536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38144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阶段三（1 周）模拟冲刺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80160" y="3602736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卡时间做模拟题（每题 7 分钟纪律）；dry-run 生成 yaml 练到肌肉记忆；考前 1-2 天过 §19.2 速查表 + §19.4 陷阱清单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模拟演练指引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实验 11（WordPress 综合演练）：不看手册独立完成 = 全书实操达标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自测：每个考点能不看教材说出“命令 + 关键参数 + 验证方式”（对照 §19.2 自查）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排障自测：实验 10 的 5 个 Lab 重做一遍，限时 45 分钟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考试形式：2 小时在线实操、多集群、无外网——kubectl explain 是唯一字典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379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37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105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考点浓缩：域 5（30%）+ 域 1（25%）是重心；etcd 备份恢复是必考实操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323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三大技巧：dry-run 生成 yaml、每题先切 context、先易后难 + 留复查时间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540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陷阱清单：v1.36 语法（-- 分隔 / create token / 弃用参数）、selector 匹配、apiGroups、命名空间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75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备考路线图：体系建立 → 按域强化 → 模拟冲刺——实验手册就是题库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最后的话：给你一个真实集群，你能把它搭起来、把应用跑上去、把问题查出来——CKA 只是这个能力的证明。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思考题（自测）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考试开始后第一件事是什么？（提示：不是做题）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无外网环境里，写 yaml 忘了字段结构怎么办？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 RBAC 题要求“只读 default 命名空间的 Pod 和日志”，写出完整命令序列（含验证）。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备份恢复的完整命令序列？（写到能背的程度）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 17 题，一道题卡了 12 分钟，你怎么办？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用自己的话列出 v1.36 与旧教程的 5 个语法差异。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6817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考点标注：本章即备考本身——§19.2 五大域考点浓缩是考前的最终速查清单。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第19章 CKA 考试指南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2026-08-16T12:03:17Z</dcterms:created>
  <dcterms:modified xsi:type="dcterms:W3CDTF">2026-08-16T12:03:17Z</dcterms:modified>
</cp:coreProperties>
</file>