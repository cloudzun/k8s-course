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651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 · 实验手册 · 授课课件 三件套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章教材 ｜ 14 个实验（93 个 Lab）｜ 412 页课件 ｜ CKA 五大域全覆盖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基线版本：Kubernetes v1.36 · containerd · Ubuntu 24.04 · 3 节点真实集群实测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课程目录（第一部分：基础与核心）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52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371600" y="1252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01 章  容器与云原生基础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0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无强制实验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18488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36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71600" y="16367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章  Kubernetes 概述与架构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16367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01 前置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02536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002536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0208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71600" y="2020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章  集群安装与配置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2020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01 全部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86584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386584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404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71600" y="24048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04 章  Pod 与容器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2404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770632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788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71600" y="2788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05 章  工作负载控制器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154680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154680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1729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71600" y="3172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06 章  调度与 Pod 放置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0" y="3172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538728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538728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557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71600" y="3557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07 章  扩缩容与资源治理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83680" y="3557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922776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3922776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9410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371600" y="39410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08 章  配置管理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83680" y="3941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306824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4306824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325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371600" y="43251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09 章  服务、负载均衡与网络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83680" y="4325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07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690872"/>
            <a:ext cx="80467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4690872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47091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37160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章  存储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583680" y="4709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课程目录（第二部分：安全、运维与综合）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527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371600" y="12527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章  认证与授权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0" y="1252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8046720" cy="3291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18488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36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71600" y="16367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章  准入与容器安全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16367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02536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002536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0208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71600" y="2020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章  集群安全加固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20208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86584"/>
            <a:ext cx="8046720" cy="3291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386584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404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371600" y="24048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章  集群维护与运维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24048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2770632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788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71600" y="2788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章  可观测性：监控、日志与事件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05 / 14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154680"/>
            <a:ext cx="8046720" cy="3291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154680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1729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71600" y="3172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章  故障排查与可靠性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0" y="3172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538728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538728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557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371600" y="3557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17 章  Helm 与 Kustomize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83680" y="3557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922776"/>
            <a:ext cx="8046720" cy="329184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3922776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9410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371600" y="39410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18 章  综合实战：应用发布全流程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83680" y="39410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306824"/>
            <a:ext cx="8046720" cy="3291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4306824"/>
            <a:ext cx="45720" cy="329184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3251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371600" y="43251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19 章  CKA 考试指南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83680" y="43251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全书重刷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4663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实验手册：实验 01-14（93 个 Lab，必做 67 / 推荐 19 / 可选·进阶 7）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822960"/>
            <a:ext cx="45720" cy="29260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从容器原理到生产集群：装得起、看得懂、排得了、守得住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578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核心能力：声明式思维 · 控制循环 · 分层排障 · 最小权限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45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动手路线：实验 01-14 全流程真实集群演练（93 个 Lab）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7124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认证目标：CKA 五大域全覆盖（架构 / 工作负载 / 网络 / 存储 / 安全 / 排障）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祝各位顺利通过 CKA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容器云原生实战课程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2026-08-16T12:03:17Z</dcterms:created>
  <dcterms:modified xsi:type="dcterms:W3CDTF">2026-08-16T12:03:17Z</dcterms:modified>
</cp:coreProperties>
</file>